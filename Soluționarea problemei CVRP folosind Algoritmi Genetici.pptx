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9"/>
  </p:notesMasterIdLst>
  <p:sldIdLst>
    <p:sldId id="256" r:id="rId2"/>
    <p:sldId id="259" r:id="rId3"/>
    <p:sldId id="257" r:id="rId4"/>
    <p:sldId id="258" r:id="rId5"/>
    <p:sldId id="261" r:id="rId6"/>
    <p:sldId id="264" r:id="rId7"/>
    <p:sldId id="266" r:id="rId8"/>
  </p:sldIdLst>
  <p:sldSz cx="9144000" cy="5143500" type="screen16x9"/>
  <p:notesSz cx="6858000" cy="9144000"/>
  <p:embeddedFontLst>
    <p:embeddedFont>
      <p:font typeface="Aldrich" panose="020B0604020202020204" charset="0"/>
      <p:regular r:id="rId10"/>
    </p:embeddedFont>
    <p:embeddedFont>
      <p:font typeface="Nunito Light" pitchFamily="2" charset="0"/>
      <p:regular r:id="rId11"/>
      <p:italic r:id="rId12"/>
    </p:embeddedFont>
    <p:embeddedFont>
      <p:font typeface="Open Sans" panose="020B0606030504020204" pitchFamily="34" charset="0"/>
      <p:regular r:id="rId13"/>
      <p:bold r:id="rId14"/>
      <p:italic r:id="rId15"/>
      <p:boldItalic r:id="rId16"/>
    </p:embeddedFont>
    <p:embeddedFont>
      <p:font typeface="Saira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4FBD813-AFC1-4607-94C0-CC080D7C824D}">
  <a:tblStyle styleId="{04FBD813-AFC1-4607-94C0-CC080D7C82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23B7932-3D86-4ACB-8174-57502EFA2ED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7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heme" Target="theme/theme1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9" name="Google Shape;1409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Google Shape;1523;g1e81e8eaf55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4" name="Google Shape;1524;g1e81e8eaf55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6" name="Google Shape;1496;g1e81e8eaf55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7" name="Google Shape;1497;g1e81e8eaf55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" name="Google Shape;1505;g1e81e8eaf55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6" name="Google Shape;1506;g1e81e8eaf55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3" name="Google Shape;1563;g1e81e8eaf55_0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4" name="Google Shape;1564;g1e81e8eaf55_0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Google Shape;1596;g1e839195dab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7" name="Google Shape;1597;g1e839195dab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Google Shape;1623;g1e839195dab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4" name="Google Shape;1624;g1e839195dab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568675" y="1027819"/>
            <a:ext cx="6006600" cy="227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962600" y="3706181"/>
            <a:ext cx="52188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5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55" name="Google Shape;55;p4"/>
          <p:cNvGrpSpPr/>
          <p:nvPr/>
        </p:nvGrpSpPr>
        <p:grpSpPr>
          <a:xfrm>
            <a:off x="-1684333" y="361707"/>
            <a:ext cx="3423458" cy="1696293"/>
            <a:chOff x="-1684333" y="361707"/>
            <a:chExt cx="3423458" cy="1696293"/>
          </a:xfrm>
        </p:grpSpPr>
        <p:grpSp>
          <p:nvGrpSpPr>
            <p:cNvPr id="56" name="Google Shape;56;p4"/>
            <p:cNvGrpSpPr/>
            <p:nvPr/>
          </p:nvGrpSpPr>
          <p:grpSpPr>
            <a:xfrm>
              <a:off x="-1684333" y="361707"/>
              <a:ext cx="2907181" cy="1177348"/>
              <a:chOff x="2442775" y="3274750"/>
              <a:chExt cx="1690025" cy="684425"/>
            </a:xfrm>
          </p:grpSpPr>
          <p:sp>
            <p:nvSpPr>
              <p:cNvPr id="57" name="Google Shape;57;p4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4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4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4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4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4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4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4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4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4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4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Google Shape;70;p4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Google Shape;71;p4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Google Shape;72;p4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Google Shape;73;p4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Google Shape;74;p4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Google Shape;75;p4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Google Shape;76;p4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Google Shape;77;p4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78" name="Google Shape;78;p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345200" y="8806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79;p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61775" y="7396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0" name="Google Shape;80;p4"/>
          <p:cNvGrpSpPr/>
          <p:nvPr/>
        </p:nvGrpSpPr>
        <p:grpSpPr>
          <a:xfrm>
            <a:off x="7378900" y="3638900"/>
            <a:ext cx="3965187" cy="1653150"/>
            <a:chOff x="7378900" y="3638900"/>
            <a:chExt cx="3965187" cy="1653150"/>
          </a:xfrm>
        </p:grpSpPr>
        <p:grpSp>
          <p:nvGrpSpPr>
            <p:cNvPr id="81" name="Google Shape;81;p4"/>
            <p:cNvGrpSpPr/>
            <p:nvPr/>
          </p:nvGrpSpPr>
          <p:grpSpPr>
            <a:xfrm>
              <a:off x="7802532" y="3702559"/>
              <a:ext cx="3541556" cy="1323917"/>
              <a:chOff x="2133050" y="2071900"/>
              <a:chExt cx="2132825" cy="797300"/>
            </a:xfrm>
          </p:grpSpPr>
          <p:sp>
            <p:nvSpPr>
              <p:cNvPr id="82" name="Google Shape;82;p4"/>
              <p:cNvSpPr/>
              <p:nvPr/>
            </p:nvSpPr>
            <p:spPr>
              <a:xfrm>
                <a:off x="2270875" y="2219625"/>
                <a:ext cx="747000" cy="267375"/>
              </a:xfrm>
              <a:custGeom>
                <a:avLst/>
                <a:gdLst/>
                <a:ahLst/>
                <a:cxnLst/>
                <a:rect l="l" t="t" r="r" b="b"/>
                <a:pathLst>
                  <a:path w="29880" h="10695" extrusionOk="0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83;p4"/>
              <p:cNvSpPr/>
              <p:nvPr/>
            </p:nvSpPr>
            <p:spPr>
              <a:xfrm>
                <a:off x="2182175" y="2199825"/>
                <a:ext cx="1311375" cy="282025"/>
              </a:xfrm>
              <a:custGeom>
                <a:avLst/>
                <a:gdLst/>
                <a:ahLst/>
                <a:cxnLst/>
                <a:rect l="l" t="t" r="r" b="b"/>
                <a:pathLst>
                  <a:path w="52455" h="11281" extrusionOk="0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Google Shape;84;p4"/>
              <p:cNvSpPr/>
              <p:nvPr/>
            </p:nvSpPr>
            <p:spPr>
              <a:xfrm>
                <a:off x="3182625" y="2105550"/>
                <a:ext cx="901850" cy="61825"/>
              </a:xfrm>
              <a:custGeom>
                <a:avLst/>
                <a:gdLst/>
                <a:ahLst/>
                <a:cxnLst/>
                <a:rect l="l" t="t" r="r" b="b"/>
                <a:pathLst>
                  <a:path w="36074" h="2473" extrusionOk="0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Google Shape;85;p4"/>
              <p:cNvSpPr/>
              <p:nvPr/>
            </p:nvSpPr>
            <p:spPr>
              <a:xfrm>
                <a:off x="3306975" y="2135275"/>
                <a:ext cx="93435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37374" h="3169" extrusionOk="0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Google Shape;86;p4"/>
              <p:cNvSpPr/>
              <p:nvPr/>
            </p:nvSpPr>
            <p:spPr>
              <a:xfrm>
                <a:off x="2627350" y="2303600"/>
                <a:ext cx="1638525" cy="516475"/>
              </a:xfrm>
              <a:custGeom>
                <a:avLst/>
                <a:gdLst/>
                <a:ahLst/>
                <a:cxnLst/>
                <a:rect l="l" t="t" r="r" b="b"/>
                <a:pathLst>
                  <a:path w="65541" h="20659" extrusionOk="0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Google Shape;87;p4"/>
              <p:cNvSpPr/>
              <p:nvPr/>
            </p:nvSpPr>
            <p:spPr>
              <a:xfrm>
                <a:off x="2216225" y="2328550"/>
                <a:ext cx="1225450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9018" h="18410" extrusionOk="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Google Shape;88;p4"/>
              <p:cNvSpPr/>
              <p:nvPr/>
            </p:nvSpPr>
            <p:spPr>
              <a:xfrm>
                <a:off x="2338600" y="2308750"/>
                <a:ext cx="11458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834" h="15336" extrusionOk="0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Google Shape;89;p4"/>
              <p:cNvSpPr/>
              <p:nvPr/>
            </p:nvSpPr>
            <p:spPr>
              <a:xfrm>
                <a:off x="2270875" y="2288925"/>
                <a:ext cx="1995000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79800" h="15448" extrusionOk="0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4"/>
              <p:cNvSpPr/>
              <p:nvPr/>
            </p:nvSpPr>
            <p:spPr>
              <a:xfrm>
                <a:off x="2607925" y="2239425"/>
                <a:ext cx="850775" cy="188150"/>
              </a:xfrm>
              <a:custGeom>
                <a:avLst/>
                <a:gdLst/>
                <a:ahLst/>
                <a:cxnLst/>
                <a:rect l="l" t="t" r="r" b="b"/>
                <a:pathLst>
                  <a:path w="34031" h="7526" extrusionOk="0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Google Shape;91;p4"/>
              <p:cNvSpPr/>
              <p:nvPr/>
            </p:nvSpPr>
            <p:spPr>
              <a:xfrm>
                <a:off x="2686750" y="2749175"/>
                <a:ext cx="134675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5387" h="1965" extrusionOk="0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Google Shape;92;p4"/>
              <p:cNvSpPr/>
              <p:nvPr/>
            </p:nvSpPr>
            <p:spPr>
              <a:xfrm>
                <a:off x="3467400" y="217645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Google Shape;93;p4"/>
              <p:cNvSpPr/>
              <p:nvPr/>
            </p:nvSpPr>
            <p:spPr>
              <a:xfrm>
                <a:off x="2234450" y="2646575"/>
                <a:ext cx="46750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1" extrusionOk="0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Google Shape;94;p4"/>
              <p:cNvSpPr/>
              <p:nvPr/>
            </p:nvSpPr>
            <p:spPr>
              <a:xfrm>
                <a:off x="2175025" y="2735700"/>
                <a:ext cx="467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0" extrusionOk="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4"/>
              <p:cNvSpPr/>
              <p:nvPr/>
            </p:nvSpPr>
            <p:spPr>
              <a:xfrm>
                <a:off x="2502175" y="258717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Google Shape;96;p4"/>
              <p:cNvSpPr/>
              <p:nvPr/>
            </p:nvSpPr>
            <p:spPr>
              <a:xfrm>
                <a:off x="2774275" y="2309925"/>
                <a:ext cx="46775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1" extrusionOk="0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Google Shape;97;p4"/>
              <p:cNvSpPr/>
              <p:nvPr/>
            </p:nvSpPr>
            <p:spPr>
              <a:xfrm>
                <a:off x="2803975" y="2780450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4"/>
              <p:cNvSpPr/>
              <p:nvPr/>
            </p:nvSpPr>
            <p:spPr>
              <a:xfrm>
                <a:off x="3462250" y="233487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4"/>
              <p:cNvSpPr/>
              <p:nvPr/>
            </p:nvSpPr>
            <p:spPr>
              <a:xfrm>
                <a:off x="3165600" y="2141600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4"/>
              <p:cNvSpPr/>
              <p:nvPr/>
            </p:nvSpPr>
            <p:spPr>
              <a:xfrm>
                <a:off x="2843600" y="24042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Google Shape;101;p4"/>
              <p:cNvSpPr/>
              <p:nvPr/>
            </p:nvSpPr>
            <p:spPr>
              <a:xfrm>
                <a:off x="2249500" y="24834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Google Shape;102;p4"/>
              <p:cNvSpPr/>
              <p:nvPr/>
            </p:nvSpPr>
            <p:spPr>
              <a:xfrm>
                <a:off x="2864575" y="2111500"/>
                <a:ext cx="217075" cy="25375"/>
              </a:xfrm>
              <a:custGeom>
                <a:avLst/>
                <a:gdLst/>
                <a:ahLst/>
                <a:cxnLst/>
                <a:rect l="l" t="t" r="r" b="b"/>
                <a:pathLst>
                  <a:path w="8683" h="1015" extrusionOk="0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Google Shape;103;p4"/>
              <p:cNvSpPr/>
              <p:nvPr/>
            </p:nvSpPr>
            <p:spPr>
              <a:xfrm>
                <a:off x="3067775" y="20790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Google Shape;104;p4"/>
              <p:cNvSpPr/>
              <p:nvPr/>
            </p:nvSpPr>
            <p:spPr>
              <a:xfrm>
                <a:off x="2827750" y="20719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4"/>
              <p:cNvSpPr/>
              <p:nvPr/>
            </p:nvSpPr>
            <p:spPr>
              <a:xfrm>
                <a:off x="3261825" y="21194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4"/>
              <p:cNvSpPr/>
              <p:nvPr/>
            </p:nvSpPr>
            <p:spPr>
              <a:xfrm>
                <a:off x="3004400" y="22235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4"/>
              <p:cNvSpPr/>
              <p:nvPr/>
            </p:nvSpPr>
            <p:spPr>
              <a:xfrm>
                <a:off x="2301375" y="26838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Google Shape;108;p4"/>
              <p:cNvSpPr/>
              <p:nvPr/>
            </p:nvSpPr>
            <p:spPr>
              <a:xfrm>
                <a:off x="2133050" y="245607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4"/>
              <p:cNvSpPr/>
              <p:nvPr/>
            </p:nvSpPr>
            <p:spPr>
              <a:xfrm>
                <a:off x="2603575" y="28172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Google Shape;110;p4"/>
              <p:cNvSpPr/>
              <p:nvPr/>
            </p:nvSpPr>
            <p:spPr>
              <a:xfrm>
                <a:off x="2647925" y="27828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Google Shape;111;p4"/>
              <p:cNvSpPr/>
              <p:nvPr/>
            </p:nvSpPr>
            <p:spPr>
              <a:xfrm>
                <a:off x="3964850" y="2084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12" name="Google Shape;112;p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78900" y="41147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3" name="Google Shape;113;p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367650" y="36389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5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5"/>
          <p:cNvSpPr txBox="1">
            <a:spLocks noGrp="1"/>
          </p:cNvSpPr>
          <p:nvPr>
            <p:ph type="subTitle" idx="1"/>
          </p:nvPr>
        </p:nvSpPr>
        <p:spPr>
          <a:xfrm>
            <a:off x="1363388" y="2048300"/>
            <a:ext cx="3001500" cy="48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17" name="Google Shape;117;p5"/>
          <p:cNvSpPr txBox="1">
            <a:spLocks noGrp="1"/>
          </p:cNvSpPr>
          <p:nvPr>
            <p:ph type="subTitle" idx="2"/>
          </p:nvPr>
        </p:nvSpPr>
        <p:spPr>
          <a:xfrm>
            <a:off x="4779112" y="2048300"/>
            <a:ext cx="3001500" cy="48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18" name="Google Shape;118;p5"/>
          <p:cNvSpPr txBox="1">
            <a:spLocks noGrp="1"/>
          </p:cNvSpPr>
          <p:nvPr>
            <p:ph type="subTitle" idx="3"/>
          </p:nvPr>
        </p:nvSpPr>
        <p:spPr>
          <a:xfrm>
            <a:off x="1363388" y="2535500"/>
            <a:ext cx="3001500" cy="13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5"/>
          <p:cNvSpPr txBox="1">
            <a:spLocks noGrp="1"/>
          </p:cNvSpPr>
          <p:nvPr>
            <p:ph type="subTitle" idx="4"/>
          </p:nvPr>
        </p:nvSpPr>
        <p:spPr>
          <a:xfrm>
            <a:off x="4779110" y="2535500"/>
            <a:ext cx="3001500" cy="13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21" name="Google Shape;121;p5"/>
          <p:cNvGrpSpPr/>
          <p:nvPr/>
        </p:nvGrpSpPr>
        <p:grpSpPr>
          <a:xfrm>
            <a:off x="-500554" y="-1910625"/>
            <a:ext cx="1580562" cy="3381325"/>
            <a:chOff x="-500554" y="-1910625"/>
            <a:chExt cx="1580562" cy="3381325"/>
          </a:xfrm>
        </p:grpSpPr>
        <p:grpSp>
          <p:nvGrpSpPr>
            <p:cNvPr id="122" name="Google Shape;122;p5"/>
            <p:cNvGrpSpPr/>
            <p:nvPr/>
          </p:nvGrpSpPr>
          <p:grpSpPr>
            <a:xfrm rot="5400000" flipH="1">
              <a:off x="-1326644" y="-1084534"/>
              <a:ext cx="3232743" cy="1580562"/>
              <a:chOff x="2191675" y="4192425"/>
              <a:chExt cx="1929650" cy="943450"/>
            </a:xfrm>
          </p:grpSpPr>
          <p:sp>
            <p:nvSpPr>
              <p:cNvPr id="123" name="Google Shape;123;p5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Google Shape;124;p5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Google Shape;125;p5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Google Shape;126;p5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Google Shape;127;p5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5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5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Google Shape;130;p5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5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Google Shape;132;p5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Google Shape;133;p5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5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5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5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5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Google Shape;138;p5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Google Shape;139;p5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5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5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Google Shape;142;p5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5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Google Shape;144;p5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Google Shape;145;p5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5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5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5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149;p5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5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5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5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5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Google Shape;154;p5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5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Google Shape;156;p5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Google Shape;157;p5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Google Shape;158;p5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Google Shape;159;p5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Google Shape;160;p5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Google Shape;161;p5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Google Shape;162;p5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5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5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65" name="Google Shape;165;p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134525" y="2933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6" name="Google Shape;166;p5"/>
          <p:cNvGrpSpPr/>
          <p:nvPr/>
        </p:nvGrpSpPr>
        <p:grpSpPr>
          <a:xfrm>
            <a:off x="7678750" y="3705625"/>
            <a:ext cx="2067292" cy="3199279"/>
            <a:chOff x="7678750" y="3705625"/>
            <a:chExt cx="2067292" cy="3199279"/>
          </a:xfrm>
        </p:grpSpPr>
        <p:grpSp>
          <p:nvGrpSpPr>
            <p:cNvPr id="167" name="Google Shape;167;p5"/>
            <p:cNvGrpSpPr/>
            <p:nvPr/>
          </p:nvGrpSpPr>
          <p:grpSpPr>
            <a:xfrm rot="5400000" flipH="1">
              <a:off x="7465663" y="4624525"/>
              <a:ext cx="3063126" cy="1497633"/>
              <a:chOff x="2191675" y="4192425"/>
              <a:chExt cx="1929650" cy="943450"/>
            </a:xfrm>
          </p:grpSpPr>
          <p:sp>
            <p:nvSpPr>
              <p:cNvPr id="168" name="Google Shape;168;p5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Google Shape;169;p5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Google Shape;170;p5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5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5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Google Shape;173;p5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Google Shape;174;p5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5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Google Shape;176;p5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Google Shape;177;p5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Google Shape;178;p5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Google Shape;179;p5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Google Shape;180;p5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5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Google Shape;182;p5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5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5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5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5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Google Shape;187;p5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Google Shape;188;p5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Google Shape;189;p5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5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Google Shape;191;p5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92;p5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93;p5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94;p5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95;p5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5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97;p5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98;p5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5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5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5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202;p5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203;p5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Google Shape;204;p5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5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206;p5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207;p5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208;p5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5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210" name="Google Shape;210;p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678750" y="41665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1" name="Google Shape;211;p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194800" y="37056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7"/>
          <p:cNvSpPr txBox="1">
            <a:spLocks noGrp="1"/>
          </p:cNvSpPr>
          <p:nvPr>
            <p:ph type="title"/>
          </p:nvPr>
        </p:nvSpPr>
        <p:spPr>
          <a:xfrm>
            <a:off x="3974167" y="788525"/>
            <a:ext cx="4175700" cy="1201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7"/>
          <p:cNvSpPr txBox="1">
            <a:spLocks noGrp="1"/>
          </p:cNvSpPr>
          <p:nvPr>
            <p:ph type="body" idx="1"/>
          </p:nvPr>
        </p:nvSpPr>
        <p:spPr>
          <a:xfrm>
            <a:off x="3974169" y="1990075"/>
            <a:ext cx="4175700" cy="236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AutoNum type="arabicPeriod"/>
              <a:defRPr/>
            </a:lvl1pPr>
            <a:lvl2pPr marL="914400" lvl="1" indent="-3048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254" name="Google Shape;254;p7"/>
          <p:cNvSpPr>
            <a:spLocks noGrp="1"/>
          </p:cNvSpPr>
          <p:nvPr>
            <p:ph type="pic" idx="2"/>
          </p:nvPr>
        </p:nvSpPr>
        <p:spPr>
          <a:xfrm>
            <a:off x="994131" y="694950"/>
            <a:ext cx="2540700" cy="37536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255" name="Google Shape;255;p7"/>
          <p:cNvGrpSpPr/>
          <p:nvPr/>
        </p:nvGrpSpPr>
        <p:grpSpPr>
          <a:xfrm>
            <a:off x="-1776656" y="986429"/>
            <a:ext cx="3025131" cy="1757025"/>
            <a:chOff x="-1776656" y="986429"/>
            <a:chExt cx="3025131" cy="1757025"/>
          </a:xfrm>
        </p:grpSpPr>
        <p:grpSp>
          <p:nvGrpSpPr>
            <p:cNvPr id="256" name="Google Shape;256;p7"/>
            <p:cNvGrpSpPr/>
            <p:nvPr/>
          </p:nvGrpSpPr>
          <p:grpSpPr>
            <a:xfrm>
              <a:off x="-1776656" y="986429"/>
              <a:ext cx="2590356" cy="1757025"/>
              <a:chOff x="-1776656" y="986429"/>
              <a:chExt cx="2590356" cy="1757025"/>
            </a:xfrm>
          </p:grpSpPr>
          <p:grpSp>
            <p:nvGrpSpPr>
              <p:cNvPr id="257" name="Google Shape;257;p7"/>
              <p:cNvGrpSpPr/>
              <p:nvPr/>
            </p:nvGrpSpPr>
            <p:grpSpPr>
              <a:xfrm flipH="1">
                <a:off x="-1776656" y="986429"/>
                <a:ext cx="2590356" cy="1757025"/>
                <a:chOff x="2280775" y="570800"/>
                <a:chExt cx="1702725" cy="1154950"/>
              </a:xfrm>
            </p:grpSpPr>
            <p:sp>
              <p:nvSpPr>
                <p:cNvPr id="258" name="Google Shape;258;p7"/>
                <p:cNvSpPr/>
                <p:nvPr/>
              </p:nvSpPr>
              <p:spPr>
                <a:xfrm>
                  <a:off x="2562775" y="1179175"/>
                  <a:ext cx="1420725" cy="546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29" h="21863" extrusionOk="0">
                      <a:moveTo>
                        <a:pt x="143" y="0"/>
                      </a:moveTo>
                      <a:lnTo>
                        <a:pt x="1" y="143"/>
                      </a:lnTo>
                      <a:lnTo>
                        <a:pt x="777" y="871"/>
                      </a:lnTo>
                      <a:lnTo>
                        <a:pt x="777" y="6495"/>
                      </a:lnTo>
                      <a:lnTo>
                        <a:pt x="15843" y="21831"/>
                      </a:lnTo>
                      <a:lnTo>
                        <a:pt x="15875" y="21863"/>
                      </a:lnTo>
                      <a:lnTo>
                        <a:pt x="56828" y="21863"/>
                      </a:lnTo>
                      <a:lnTo>
                        <a:pt x="56828" y="21673"/>
                      </a:lnTo>
                      <a:lnTo>
                        <a:pt x="15954" y="21673"/>
                      </a:lnTo>
                      <a:lnTo>
                        <a:pt x="983" y="6416"/>
                      </a:lnTo>
                      <a:lnTo>
                        <a:pt x="983" y="776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59" name="Google Shape;259;p7"/>
                <p:cNvSpPr/>
                <p:nvPr/>
              </p:nvSpPr>
              <p:spPr>
                <a:xfrm>
                  <a:off x="2385350" y="1087275"/>
                  <a:ext cx="1598150" cy="57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926" h="22973" extrusionOk="0">
                      <a:moveTo>
                        <a:pt x="1901" y="1"/>
                      </a:moveTo>
                      <a:lnTo>
                        <a:pt x="0" y="1886"/>
                      </a:lnTo>
                      <a:lnTo>
                        <a:pt x="127" y="2013"/>
                      </a:lnTo>
                      <a:lnTo>
                        <a:pt x="1981" y="191"/>
                      </a:lnTo>
                      <a:lnTo>
                        <a:pt x="9363" y="191"/>
                      </a:lnTo>
                      <a:lnTo>
                        <a:pt x="9854" y="824"/>
                      </a:lnTo>
                      <a:lnTo>
                        <a:pt x="9854" y="8096"/>
                      </a:lnTo>
                      <a:lnTo>
                        <a:pt x="24636" y="22972"/>
                      </a:lnTo>
                      <a:lnTo>
                        <a:pt x="63925" y="22972"/>
                      </a:lnTo>
                      <a:lnTo>
                        <a:pt x="63925" y="22766"/>
                      </a:lnTo>
                      <a:lnTo>
                        <a:pt x="24715" y="22766"/>
                      </a:lnTo>
                      <a:lnTo>
                        <a:pt x="10060" y="8017"/>
                      </a:lnTo>
                      <a:lnTo>
                        <a:pt x="10060" y="745"/>
                      </a:lnTo>
                      <a:lnTo>
                        <a:pt x="9458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0" name="Google Shape;260;p7"/>
                <p:cNvSpPr/>
                <p:nvPr/>
              </p:nvSpPr>
              <p:spPr>
                <a:xfrm>
                  <a:off x="2329900" y="1057575"/>
                  <a:ext cx="1653600" cy="579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144" h="23163" extrusionOk="0">
                      <a:moveTo>
                        <a:pt x="0" y="0"/>
                      </a:moveTo>
                      <a:lnTo>
                        <a:pt x="0" y="190"/>
                      </a:lnTo>
                      <a:lnTo>
                        <a:pt x="12278" y="190"/>
                      </a:lnTo>
                      <a:lnTo>
                        <a:pt x="13070" y="808"/>
                      </a:lnTo>
                      <a:lnTo>
                        <a:pt x="13070" y="8777"/>
                      </a:lnTo>
                      <a:lnTo>
                        <a:pt x="27297" y="23131"/>
                      </a:lnTo>
                      <a:lnTo>
                        <a:pt x="27329" y="23162"/>
                      </a:lnTo>
                      <a:lnTo>
                        <a:pt x="66143" y="23162"/>
                      </a:lnTo>
                      <a:lnTo>
                        <a:pt x="66143" y="22972"/>
                      </a:lnTo>
                      <a:lnTo>
                        <a:pt x="27408" y="22972"/>
                      </a:lnTo>
                      <a:lnTo>
                        <a:pt x="13261" y="8698"/>
                      </a:lnTo>
                      <a:lnTo>
                        <a:pt x="13261" y="713"/>
                      </a:lnTo>
                      <a:lnTo>
                        <a:pt x="12326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1" name="Google Shape;261;p7"/>
                <p:cNvSpPr/>
                <p:nvPr/>
              </p:nvSpPr>
              <p:spPr>
                <a:xfrm>
                  <a:off x="2547725" y="1017975"/>
                  <a:ext cx="1435775" cy="598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431" h="23955" extrusionOk="0">
                      <a:moveTo>
                        <a:pt x="1" y="0"/>
                      </a:moveTo>
                      <a:lnTo>
                        <a:pt x="1" y="190"/>
                      </a:lnTo>
                      <a:lnTo>
                        <a:pt x="4310" y="190"/>
                      </a:lnTo>
                      <a:lnTo>
                        <a:pt x="5340" y="1172"/>
                      </a:lnTo>
                      <a:lnTo>
                        <a:pt x="5340" y="9854"/>
                      </a:lnTo>
                      <a:lnTo>
                        <a:pt x="19059" y="23922"/>
                      </a:lnTo>
                      <a:lnTo>
                        <a:pt x="19091" y="23954"/>
                      </a:lnTo>
                      <a:lnTo>
                        <a:pt x="57430" y="23954"/>
                      </a:lnTo>
                      <a:lnTo>
                        <a:pt x="57430" y="23764"/>
                      </a:lnTo>
                      <a:lnTo>
                        <a:pt x="19186" y="23764"/>
                      </a:lnTo>
                      <a:lnTo>
                        <a:pt x="5546" y="9775"/>
                      </a:lnTo>
                      <a:lnTo>
                        <a:pt x="5546" y="1093"/>
                      </a:lnTo>
                      <a:lnTo>
                        <a:pt x="4389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2" name="Google Shape;262;p7"/>
                <p:cNvSpPr/>
                <p:nvPr/>
              </p:nvSpPr>
              <p:spPr>
                <a:xfrm>
                  <a:off x="2442775" y="978350"/>
                  <a:ext cx="1540725" cy="613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629" h="24557" extrusionOk="0">
                      <a:moveTo>
                        <a:pt x="0" y="1"/>
                      </a:moveTo>
                      <a:lnTo>
                        <a:pt x="0" y="191"/>
                      </a:lnTo>
                      <a:lnTo>
                        <a:pt x="9126" y="191"/>
                      </a:lnTo>
                      <a:lnTo>
                        <a:pt x="10330" y="1522"/>
                      </a:lnTo>
                      <a:lnTo>
                        <a:pt x="10330" y="10948"/>
                      </a:lnTo>
                      <a:lnTo>
                        <a:pt x="23733" y="24509"/>
                      </a:lnTo>
                      <a:lnTo>
                        <a:pt x="23780" y="24557"/>
                      </a:lnTo>
                      <a:lnTo>
                        <a:pt x="61628" y="24557"/>
                      </a:lnTo>
                      <a:lnTo>
                        <a:pt x="61628" y="24351"/>
                      </a:lnTo>
                      <a:lnTo>
                        <a:pt x="23859" y="24351"/>
                      </a:lnTo>
                      <a:lnTo>
                        <a:pt x="10536" y="10869"/>
                      </a:lnTo>
                      <a:lnTo>
                        <a:pt x="10536" y="1442"/>
                      </a:lnTo>
                      <a:lnTo>
                        <a:pt x="9205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" name="Google Shape;263;p7"/>
                <p:cNvSpPr/>
                <p:nvPr/>
              </p:nvSpPr>
              <p:spPr>
                <a:xfrm>
                  <a:off x="2676850" y="934800"/>
                  <a:ext cx="1306650" cy="637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266" h="25507" extrusionOk="0">
                      <a:moveTo>
                        <a:pt x="143" y="0"/>
                      </a:moveTo>
                      <a:lnTo>
                        <a:pt x="0" y="143"/>
                      </a:lnTo>
                      <a:lnTo>
                        <a:pt x="1965" y="2060"/>
                      </a:lnTo>
                      <a:lnTo>
                        <a:pt x="1965" y="12183"/>
                      </a:lnTo>
                      <a:lnTo>
                        <a:pt x="14845" y="25459"/>
                      </a:lnTo>
                      <a:lnTo>
                        <a:pt x="14892" y="25507"/>
                      </a:lnTo>
                      <a:lnTo>
                        <a:pt x="52265" y="25507"/>
                      </a:lnTo>
                      <a:lnTo>
                        <a:pt x="52265" y="25301"/>
                      </a:lnTo>
                      <a:lnTo>
                        <a:pt x="14972" y="25301"/>
                      </a:lnTo>
                      <a:lnTo>
                        <a:pt x="2155" y="12104"/>
                      </a:lnTo>
                      <a:lnTo>
                        <a:pt x="2155" y="1980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" name="Google Shape;264;p7"/>
                <p:cNvSpPr/>
                <p:nvPr/>
              </p:nvSpPr>
              <p:spPr>
                <a:xfrm>
                  <a:off x="2508525" y="824675"/>
                  <a:ext cx="1474975" cy="722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999" h="28914" extrusionOk="0">
                      <a:moveTo>
                        <a:pt x="3391" y="1"/>
                      </a:moveTo>
                      <a:lnTo>
                        <a:pt x="0" y="3439"/>
                      </a:lnTo>
                      <a:lnTo>
                        <a:pt x="143" y="3565"/>
                      </a:lnTo>
                      <a:lnTo>
                        <a:pt x="3470" y="207"/>
                      </a:lnTo>
                      <a:lnTo>
                        <a:pt x="6337" y="207"/>
                      </a:lnTo>
                      <a:lnTo>
                        <a:pt x="9490" y="3407"/>
                      </a:lnTo>
                      <a:lnTo>
                        <a:pt x="9490" y="16081"/>
                      </a:lnTo>
                      <a:lnTo>
                        <a:pt x="22085" y="28882"/>
                      </a:lnTo>
                      <a:lnTo>
                        <a:pt x="22101" y="28914"/>
                      </a:lnTo>
                      <a:lnTo>
                        <a:pt x="58998" y="28914"/>
                      </a:lnTo>
                      <a:lnTo>
                        <a:pt x="58998" y="28724"/>
                      </a:lnTo>
                      <a:lnTo>
                        <a:pt x="22180" y="28724"/>
                      </a:lnTo>
                      <a:lnTo>
                        <a:pt x="9680" y="16002"/>
                      </a:lnTo>
                      <a:lnTo>
                        <a:pt x="9680" y="3328"/>
                      </a:lnTo>
                      <a:lnTo>
                        <a:pt x="6417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5" name="Google Shape;265;p7"/>
                <p:cNvSpPr/>
                <p:nvPr/>
              </p:nvSpPr>
              <p:spPr>
                <a:xfrm>
                  <a:off x="2413850" y="804875"/>
                  <a:ext cx="1569650" cy="71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786" h="28724" extrusionOk="0">
                      <a:moveTo>
                        <a:pt x="7178" y="1"/>
                      </a:moveTo>
                      <a:lnTo>
                        <a:pt x="4738" y="2377"/>
                      </a:lnTo>
                      <a:lnTo>
                        <a:pt x="1" y="2377"/>
                      </a:lnTo>
                      <a:lnTo>
                        <a:pt x="1" y="2583"/>
                      </a:lnTo>
                      <a:lnTo>
                        <a:pt x="4817" y="2583"/>
                      </a:lnTo>
                      <a:lnTo>
                        <a:pt x="7257" y="207"/>
                      </a:lnTo>
                      <a:lnTo>
                        <a:pt x="10901" y="207"/>
                      </a:lnTo>
                      <a:lnTo>
                        <a:pt x="14259" y="3597"/>
                      </a:lnTo>
                      <a:lnTo>
                        <a:pt x="14259" y="16382"/>
                      </a:lnTo>
                      <a:lnTo>
                        <a:pt x="26347" y="28676"/>
                      </a:lnTo>
                      <a:lnTo>
                        <a:pt x="26363" y="28723"/>
                      </a:lnTo>
                      <a:lnTo>
                        <a:pt x="62785" y="28723"/>
                      </a:lnTo>
                      <a:lnTo>
                        <a:pt x="62785" y="28517"/>
                      </a:lnTo>
                      <a:lnTo>
                        <a:pt x="26442" y="28517"/>
                      </a:lnTo>
                      <a:lnTo>
                        <a:pt x="14465" y="16303"/>
                      </a:lnTo>
                      <a:lnTo>
                        <a:pt x="14465" y="3502"/>
                      </a:lnTo>
                      <a:lnTo>
                        <a:pt x="10964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6" name="Google Shape;266;p7"/>
                <p:cNvSpPr/>
                <p:nvPr/>
              </p:nvSpPr>
              <p:spPr>
                <a:xfrm>
                  <a:off x="2946975" y="1316600"/>
                  <a:ext cx="1036525" cy="166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461" h="6671" extrusionOk="0">
                      <a:moveTo>
                        <a:pt x="143" y="0"/>
                      </a:moveTo>
                      <a:lnTo>
                        <a:pt x="0" y="127"/>
                      </a:lnTo>
                      <a:lnTo>
                        <a:pt x="6559" y="6670"/>
                      </a:lnTo>
                      <a:lnTo>
                        <a:pt x="41460" y="6670"/>
                      </a:lnTo>
                      <a:lnTo>
                        <a:pt x="41460" y="6464"/>
                      </a:lnTo>
                      <a:lnTo>
                        <a:pt x="6638" y="6464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7" name="Google Shape;267;p7"/>
                <p:cNvSpPr/>
                <p:nvPr/>
              </p:nvSpPr>
              <p:spPr>
                <a:xfrm>
                  <a:off x="2770325" y="666250"/>
                  <a:ext cx="1213175" cy="752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527" h="30102" extrusionOk="0">
                      <a:moveTo>
                        <a:pt x="0" y="1"/>
                      </a:moveTo>
                      <a:lnTo>
                        <a:pt x="0" y="2979"/>
                      </a:lnTo>
                      <a:lnTo>
                        <a:pt x="2377" y="5292"/>
                      </a:lnTo>
                      <a:lnTo>
                        <a:pt x="2377" y="19725"/>
                      </a:lnTo>
                      <a:lnTo>
                        <a:pt x="13039" y="30102"/>
                      </a:lnTo>
                      <a:lnTo>
                        <a:pt x="48526" y="30102"/>
                      </a:lnTo>
                      <a:lnTo>
                        <a:pt x="48526" y="29912"/>
                      </a:lnTo>
                      <a:lnTo>
                        <a:pt x="13118" y="29912"/>
                      </a:lnTo>
                      <a:lnTo>
                        <a:pt x="2583" y="19630"/>
                      </a:lnTo>
                      <a:lnTo>
                        <a:pt x="2583" y="5213"/>
                      </a:lnTo>
                      <a:lnTo>
                        <a:pt x="206" y="2900"/>
                      </a:lnTo>
                      <a:lnTo>
                        <a:pt x="206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8" name="Google Shape;268;p7"/>
                <p:cNvSpPr/>
                <p:nvPr/>
              </p:nvSpPr>
              <p:spPr>
                <a:xfrm>
                  <a:off x="2864575" y="798150"/>
                  <a:ext cx="1118925" cy="606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757" h="24240" extrusionOk="0">
                      <a:moveTo>
                        <a:pt x="1" y="0"/>
                      </a:moveTo>
                      <a:lnTo>
                        <a:pt x="1" y="14132"/>
                      </a:lnTo>
                      <a:lnTo>
                        <a:pt x="10140" y="24240"/>
                      </a:lnTo>
                      <a:lnTo>
                        <a:pt x="44756" y="24240"/>
                      </a:lnTo>
                      <a:lnTo>
                        <a:pt x="44756" y="24034"/>
                      </a:lnTo>
                      <a:lnTo>
                        <a:pt x="10219" y="24034"/>
                      </a:lnTo>
                      <a:lnTo>
                        <a:pt x="191" y="14053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9" name="Google Shape;269;p7"/>
                <p:cNvSpPr/>
                <p:nvPr/>
              </p:nvSpPr>
              <p:spPr>
                <a:xfrm>
                  <a:off x="2857050" y="695175"/>
                  <a:ext cx="1126450" cy="684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058" h="27361" extrusionOk="0">
                      <a:moveTo>
                        <a:pt x="143" y="0"/>
                      </a:moveTo>
                      <a:lnTo>
                        <a:pt x="1" y="143"/>
                      </a:lnTo>
                      <a:lnTo>
                        <a:pt x="1680" y="1901"/>
                      </a:lnTo>
                      <a:lnTo>
                        <a:pt x="1680" y="17760"/>
                      </a:lnTo>
                      <a:lnTo>
                        <a:pt x="11503" y="27361"/>
                      </a:lnTo>
                      <a:lnTo>
                        <a:pt x="45057" y="27361"/>
                      </a:lnTo>
                      <a:lnTo>
                        <a:pt x="45057" y="27170"/>
                      </a:lnTo>
                      <a:lnTo>
                        <a:pt x="11582" y="27170"/>
                      </a:lnTo>
                      <a:lnTo>
                        <a:pt x="1886" y="17681"/>
                      </a:lnTo>
                      <a:lnTo>
                        <a:pt x="1886" y="1822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0" name="Google Shape;270;p7"/>
                <p:cNvSpPr/>
                <p:nvPr/>
              </p:nvSpPr>
              <p:spPr>
                <a:xfrm>
                  <a:off x="2567525" y="596950"/>
                  <a:ext cx="1415975" cy="728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639" h="29120" extrusionOk="0">
                      <a:moveTo>
                        <a:pt x="1" y="0"/>
                      </a:moveTo>
                      <a:lnTo>
                        <a:pt x="1" y="206"/>
                      </a:lnTo>
                      <a:lnTo>
                        <a:pt x="12247" y="206"/>
                      </a:lnTo>
                      <a:lnTo>
                        <a:pt x="15241" y="3296"/>
                      </a:lnTo>
                      <a:lnTo>
                        <a:pt x="15241" y="20279"/>
                      </a:lnTo>
                      <a:lnTo>
                        <a:pt x="24256" y="29119"/>
                      </a:lnTo>
                      <a:lnTo>
                        <a:pt x="56638" y="29119"/>
                      </a:lnTo>
                      <a:lnTo>
                        <a:pt x="56638" y="28913"/>
                      </a:lnTo>
                      <a:lnTo>
                        <a:pt x="24335" y="28913"/>
                      </a:lnTo>
                      <a:lnTo>
                        <a:pt x="15447" y="20200"/>
                      </a:lnTo>
                      <a:lnTo>
                        <a:pt x="15447" y="3216"/>
                      </a:lnTo>
                      <a:lnTo>
                        <a:pt x="12326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1" name="Google Shape;271;p7"/>
                <p:cNvSpPr/>
                <p:nvPr/>
              </p:nvSpPr>
              <p:spPr>
                <a:xfrm>
                  <a:off x="2357225" y="1123325"/>
                  <a:ext cx="46750" cy="46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0" h="1854" extrusionOk="0">
                      <a:moveTo>
                        <a:pt x="935" y="0"/>
                      </a:moveTo>
                      <a:cubicBezTo>
                        <a:pt x="428" y="0"/>
                        <a:pt x="1" y="412"/>
                        <a:pt x="1" y="935"/>
                      </a:cubicBezTo>
                      <a:cubicBezTo>
                        <a:pt x="1" y="1442"/>
                        <a:pt x="428" y="1854"/>
                        <a:pt x="935" y="1854"/>
                      </a:cubicBezTo>
                      <a:cubicBezTo>
                        <a:pt x="1458" y="1854"/>
                        <a:pt x="1870" y="1442"/>
                        <a:pt x="1870" y="935"/>
                      </a:cubicBezTo>
                      <a:cubicBezTo>
                        <a:pt x="1870" y="412"/>
                        <a:pt x="1458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7"/>
                <p:cNvSpPr/>
                <p:nvPr/>
              </p:nvSpPr>
              <p:spPr>
                <a:xfrm>
                  <a:off x="2748525" y="633375"/>
                  <a:ext cx="46775" cy="46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1" h="1855" extrusionOk="0">
                      <a:moveTo>
                        <a:pt x="936" y="1"/>
                      </a:moveTo>
                      <a:cubicBezTo>
                        <a:pt x="413" y="1"/>
                        <a:pt x="1" y="413"/>
                        <a:pt x="1" y="920"/>
                      </a:cubicBezTo>
                      <a:cubicBezTo>
                        <a:pt x="1" y="1443"/>
                        <a:pt x="413" y="1854"/>
                        <a:pt x="936" y="1854"/>
                      </a:cubicBezTo>
                      <a:cubicBezTo>
                        <a:pt x="1443" y="1854"/>
                        <a:pt x="1870" y="1443"/>
                        <a:pt x="1870" y="920"/>
                      </a:cubicBezTo>
                      <a:cubicBezTo>
                        <a:pt x="1870" y="413"/>
                        <a:pt x="1443" y="1"/>
                        <a:pt x="936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3" name="Google Shape;273;p7"/>
                <p:cNvSpPr/>
                <p:nvPr/>
              </p:nvSpPr>
              <p:spPr>
                <a:xfrm>
                  <a:off x="2842800" y="682900"/>
                  <a:ext cx="46375" cy="46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5" h="1854" extrusionOk="0">
                      <a:moveTo>
                        <a:pt x="919" y="0"/>
                      </a:moveTo>
                      <a:cubicBezTo>
                        <a:pt x="412" y="0"/>
                        <a:pt x="0" y="412"/>
                        <a:pt x="0" y="919"/>
                      </a:cubicBezTo>
                      <a:cubicBezTo>
                        <a:pt x="0" y="1442"/>
                        <a:pt x="412" y="1854"/>
                        <a:pt x="919" y="1854"/>
                      </a:cubicBezTo>
                      <a:cubicBezTo>
                        <a:pt x="1442" y="1854"/>
                        <a:pt x="1854" y="1442"/>
                        <a:pt x="1854" y="919"/>
                      </a:cubicBezTo>
                      <a:cubicBezTo>
                        <a:pt x="1854" y="412"/>
                        <a:pt x="1442" y="0"/>
                        <a:pt x="919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4" name="Google Shape;274;p7"/>
                <p:cNvSpPr/>
                <p:nvPr/>
              </p:nvSpPr>
              <p:spPr>
                <a:xfrm>
                  <a:off x="2530700" y="1148275"/>
                  <a:ext cx="46375" cy="46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5" h="1854" extrusionOk="0">
                      <a:moveTo>
                        <a:pt x="935" y="0"/>
                      </a:moveTo>
                      <a:cubicBezTo>
                        <a:pt x="412" y="0"/>
                        <a:pt x="1" y="412"/>
                        <a:pt x="1" y="919"/>
                      </a:cubicBezTo>
                      <a:cubicBezTo>
                        <a:pt x="1" y="1442"/>
                        <a:pt x="412" y="1854"/>
                        <a:pt x="935" y="1854"/>
                      </a:cubicBezTo>
                      <a:cubicBezTo>
                        <a:pt x="1442" y="1854"/>
                        <a:pt x="1854" y="1442"/>
                        <a:pt x="1854" y="919"/>
                      </a:cubicBezTo>
                      <a:cubicBezTo>
                        <a:pt x="1854" y="412"/>
                        <a:pt x="1442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5" name="Google Shape;275;p7"/>
                <p:cNvSpPr/>
                <p:nvPr/>
              </p:nvSpPr>
              <p:spPr>
                <a:xfrm>
                  <a:off x="2916875" y="1286900"/>
                  <a:ext cx="46750" cy="46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70" h="1854" extrusionOk="0">
                      <a:moveTo>
                        <a:pt x="935" y="0"/>
                      </a:moveTo>
                      <a:cubicBezTo>
                        <a:pt x="412" y="0"/>
                        <a:pt x="0" y="412"/>
                        <a:pt x="0" y="919"/>
                      </a:cubicBezTo>
                      <a:cubicBezTo>
                        <a:pt x="0" y="1442"/>
                        <a:pt x="412" y="1854"/>
                        <a:pt x="935" y="1854"/>
                      </a:cubicBezTo>
                      <a:cubicBezTo>
                        <a:pt x="1442" y="1854"/>
                        <a:pt x="1869" y="1442"/>
                        <a:pt x="1869" y="919"/>
                      </a:cubicBezTo>
                      <a:cubicBezTo>
                        <a:pt x="1869" y="412"/>
                        <a:pt x="1442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6" name="Google Shape;276;p7"/>
                <p:cNvSpPr/>
                <p:nvPr/>
              </p:nvSpPr>
              <p:spPr>
                <a:xfrm>
                  <a:off x="2280775" y="1031425"/>
                  <a:ext cx="51525" cy="5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1" h="2061" extrusionOk="0">
                      <a:moveTo>
                        <a:pt x="1031" y="207"/>
                      </a:moveTo>
                      <a:cubicBezTo>
                        <a:pt x="1490" y="207"/>
                        <a:pt x="1854" y="587"/>
                        <a:pt x="1854" y="1046"/>
                      </a:cubicBezTo>
                      <a:cubicBezTo>
                        <a:pt x="1854" y="1506"/>
                        <a:pt x="1490" y="1870"/>
                        <a:pt x="1031" y="1870"/>
                      </a:cubicBezTo>
                      <a:cubicBezTo>
                        <a:pt x="571" y="1870"/>
                        <a:pt x="191" y="1506"/>
                        <a:pt x="191" y="1046"/>
                      </a:cubicBezTo>
                      <a:cubicBezTo>
                        <a:pt x="191" y="587"/>
                        <a:pt x="571" y="207"/>
                        <a:pt x="1031" y="207"/>
                      </a:cubicBezTo>
                      <a:close/>
                      <a:moveTo>
                        <a:pt x="1031" y="1"/>
                      </a:moveTo>
                      <a:cubicBezTo>
                        <a:pt x="460" y="1"/>
                        <a:pt x="1" y="476"/>
                        <a:pt x="1" y="1030"/>
                      </a:cubicBezTo>
                      <a:cubicBezTo>
                        <a:pt x="1" y="1601"/>
                        <a:pt x="476" y="2060"/>
                        <a:pt x="1031" y="2060"/>
                      </a:cubicBezTo>
                      <a:cubicBezTo>
                        <a:pt x="1601" y="2060"/>
                        <a:pt x="2060" y="1601"/>
                        <a:pt x="2060" y="1030"/>
                      </a:cubicBezTo>
                      <a:cubicBezTo>
                        <a:pt x="2060" y="444"/>
                        <a:pt x="1585" y="1"/>
                        <a:pt x="1031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7" name="Google Shape;277;p7"/>
                <p:cNvSpPr/>
                <p:nvPr/>
              </p:nvSpPr>
              <p:spPr>
                <a:xfrm>
                  <a:off x="2364750" y="842900"/>
                  <a:ext cx="51525" cy="51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1" h="2077" extrusionOk="0">
                      <a:moveTo>
                        <a:pt x="1030" y="222"/>
                      </a:moveTo>
                      <a:cubicBezTo>
                        <a:pt x="1490" y="222"/>
                        <a:pt x="1870" y="603"/>
                        <a:pt x="1870" y="1062"/>
                      </a:cubicBezTo>
                      <a:cubicBezTo>
                        <a:pt x="1870" y="1506"/>
                        <a:pt x="1490" y="1886"/>
                        <a:pt x="1030" y="1886"/>
                      </a:cubicBezTo>
                      <a:cubicBezTo>
                        <a:pt x="587" y="1886"/>
                        <a:pt x="206" y="1522"/>
                        <a:pt x="206" y="1062"/>
                      </a:cubicBezTo>
                      <a:cubicBezTo>
                        <a:pt x="206" y="603"/>
                        <a:pt x="587" y="222"/>
                        <a:pt x="1030" y="222"/>
                      </a:cubicBezTo>
                      <a:close/>
                      <a:moveTo>
                        <a:pt x="1030" y="1"/>
                      </a:moveTo>
                      <a:cubicBezTo>
                        <a:pt x="460" y="1"/>
                        <a:pt x="1" y="492"/>
                        <a:pt x="1" y="1046"/>
                      </a:cubicBezTo>
                      <a:cubicBezTo>
                        <a:pt x="1" y="1617"/>
                        <a:pt x="476" y="2076"/>
                        <a:pt x="1030" y="2076"/>
                      </a:cubicBezTo>
                      <a:cubicBezTo>
                        <a:pt x="1616" y="2076"/>
                        <a:pt x="2060" y="1617"/>
                        <a:pt x="2060" y="1046"/>
                      </a:cubicBezTo>
                      <a:cubicBezTo>
                        <a:pt x="2060" y="460"/>
                        <a:pt x="1585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8" name="Google Shape;278;p7"/>
                <p:cNvSpPr/>
                <p:nvPr/>
              </p:nvSpPr>
              <p:spPr>
                <a:xfrm>
                  <a:off x="2468925" y="902700"/>
                  <a:ext cx="51500" cy="5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0" h="2061" extrusionOk="0">
                      <a:moveTo>
                        <a:pt x="1030" y="207"/>
                      </a:moveTo>
                      <a:cubicBezTo>
                        <a:pt x="1489" y="207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0" y="1870"/>
                        <a:pt x="190" y="1506"/>
                        <a:pt x="190" y="1046"/>
                      </a:cubicBezTo>
                      <a:cubicBezTo>
                        <a:pt x="190" y="587"/>
                        <a:pt x="570" y="207"/>
                        <a:pt x="1030" y="207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5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1"/>
                      </a:cubicBezTo>
                      <a:cubicBezTo>
                        <a:pt x="2060" y="444"/>
                        <a:pt x="1584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9" name="Google Shape;279;p7"/>
                <p:cNvSpPr/>
                <p:nvPr/>
              </p:nvSpPr>
              <p:spPr>
                <a:xfrm>
                  <a:off x="2637250" y="892800"/>
                  <a:ext cx="51500" cy="5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0" h="2061" extrusionOk="0">
                      <a:moveTo>
                        <a:pt x="1030" y="207"/>
                      </a:moveTo>
                      <a:cubicBezTo>
                        <a:pt x="1489" y="207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1" y="1870"/>
                        <a:pt x="190" y="1506"/>
                        <a:pt x="190" y="1046"/>
                      </a:cubicBezTo>
                      <a:cubicBezTo>
                        <a:pt x="190" y="587"/>
                        <a:pt x="571" y="207"/>
                        <a:pt x="1030" y="207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5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1"/>
                      </a:cubicBezTo>
                      <a:cubicBezTo>
                        <a:pt x="2060" y="444"/>
                        <a:pt x="1600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0" name="Google Shape;280;p7"/>
                <p:cNvSpPr/>
                <p:nvPr/>
              </p:nvSpPr>
              <p:spPr>
                <a:xfrm>
                  <a:off x="2394450" y="952225"/>
                  <a:ext cx="51525" cy="51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1" h="2060" extrusionOk="0">
                      <a:moveTo>
                        <a:pt x="1030" y="206"/>
                      </a:moveTo>
                      <a:cubicBezTo>
                        <a:pt x="1490" y="206"/>
                        <a:pt x="1870" y="586"/>
                        <a:pt x="1870" y="1046"/>
                      </a:cubicBezTo>
                      <a:cubicBezTo>
                        <a:pt x="1870" y="1489"/>
                        <a:pt x="1490" y="1870"/>
                        <a:pt x="1030" y="1870"/>
                      </a:cubicBezTo>
                      <a:cubicBezTo>
                        <a:pt x="587" y="1870"/>
                        <a:pt x="207" y="1505"/>
                        <a:pt x="207" y="1046"/>
                      </a:cubicBezTo>
                      <a:cubicBezTo>
                        <a:pt x="207" y="586"/>
                        <a:pt x="587" y="206"/>
                        <a:pt x="1030" y="206"/>
                      </a:cubicBezTo>
                      <a:close/>
                      <a:moveTo>
                        <a:pt x="1030" y="0"/>
                      </a:moveTo>
                      <a:cubicBezTo>
                        <a:pt x="460" y="0"/>
                        <a:pt x="1" y="475"/>
                        <a:pt x="1" y="1030"/>
                      </a:cubicBezTo>
                      <a:cubicBezTo>
                        <a:pt x="1" y="1600"/>
                        <a:pt x="476" y="2060"/>
                        <a:pt x="1030" y="2060"/>
                      </a:cubicBezTo>
                      <a:cubicBezTo>
                        <a:pt x="1617" y="2060"/>
                        <a:pt x="2060" y="1600"/>
                        <a:pt x="2060" y="1030"/>
                      </a:cubicBezTo>
                      <a:cubicBezTo>
                        <a:pt x="2060" y="444"/>
                        <a:pt x="1585" y="0"/>
                        <a:pt x="1030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1" name="Google Shape;281;p7"/>
                <p:cNvSpPr/>
                <p:nvPr/>
              </p:nvSpPr>
              <p:spPr>
                <a:xfrm>
                  <a:off x="2498625" y="991825"/>
                  <a:ext cx="51500" cy="51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0" h="2060" extrusionOk="0">
                      <a:moveTo>
                        <a:pt x="1030" y="206"/>
                      </a:moveTo>
                      <a:cubicBezTo>
                        <a:pt x="1489" y="206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1" y="1870"/>
                        <a:pt x="190" y="1506"/>
                        <a:pt x="190" y="1046"/>
                      </a:cubicBezTo>
                      <a:cubicBezTo>
                        <a:pt x="190" y="587"/>
                        <a:pt x="571" y="206"/>
                        <a:pt x="1030" y="206"/>
                      </a:cubicBezTo>
                      <a:close/>
                      <a:moveTo>
                        <a:pt x="1030" y="0"/>
                      </a:moveTo>
                      <a:cubicBezTo>
                        <a:pt x="444" y="0"/>
                        <a:pt x="0" y="476"/>
                        <a:pt x="0" y="1030"/>
                      </a:cubicBezTo>
                      <a:cubicBezTo>
                        <a:pt x="0" y="1601"/>
                        <a:pt x="476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0"/>
                      </a:cubicBezTo>
                      <a:cubicBezTo>
                        <a:pt x="2060" y="444"/>
                        <a:pt x="1585" y="0"/>
                        <a:pt x="1030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2" name="Google Shape;282;p7"/>
                <p:cNvSpPr/>
                <p:nvPr/>
              </p:nvSpPr>
              <p:spPr>
                <a:xfrm>
                  <a:off x="2840025" y="749025"/>
                  <a:ext cx="51525" cy="5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1" h="2061" extrusionOk="0">
                      <a:moveTo>
                        <a:pt x="1030" y="223"/>
                      </a:moveTo>
                      <a:cubicBezTo>
                        <a:pt x="1490" y="223"/>
                        <a:pt x="1870" y="603"/>
                        <a:pt x="1870" y="1047"/>
                      </a:cubicBezTo>
                      <a:cubicBezTo>
                        <a:pt x="1870" y="1506"/>
                        <a:pt x="1490" y="1886"/>
                        <a:pt x="1030" y="1886"/>
                      </a:cubicBezTo>
                      <a:cubicBezTo>
                        <a:pt x="587" y="1886"/>
                        <a:pt x="207" y="1506"/>
                        <a:pt x="207" y="1047"/>
                      </a:cubicBezTo>
                      <a:cubicBezTo>
                        <a:pt x="207" y="603"/>
                        <a:pt x="587" y="223"/>
                        <a:pt x="1030" y="223"/>
                      </a:cubicBezTo>
                      <a:close/>
                      <a:moveTo>
                        <a:pt x="1030" y="1"/>
                      </a:moveTo>
                      <a:cubicBezTo>
                        <a:pt x="460" y="1"/>
                        <a:pt x="1" y="476"/>
                        <a:pt x="1" y="1031"/>
                      </a:cubicBezTo>
                      <a:cubicBezTo>
                        <a:pt x="1" y="1601"/>
                        <a:pt x="476" y="2060"/>
                        <a:pt x="1030" y="2060"/>
                      </a:cubicBezTo>
                      <a:cubicBezTo>
                        <a:pt x="1617" y="2060"/>
                        <a:pt x="2060" y="1601"/>
                        <a:pt x="2060" y="1031"/>
                      </a:cubicBezTo>
                      <a:cubicBezTo>
                        <a:pt x="2060" y="460"/>
                        <a:pt x="1601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" name="Google Shape;283;p7"/>
                <p:cNvSpPr/>
                <p:nvPr/>
              </p:nvSpPr>
              <p:spPr>
                <a:xfrm>
                  <a:off x="2518425" y="570800"/>
                  <a:ext cx="51500" cy="5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0" h="2061" extrusionOk="0">
                      <a:moveTo>
                        <a:pt x="1030" y="223"/>
                      </a:moveTo>
                      <a:cubicBezTo>
                        <a:pt x="1490" y="223"/>
                        <a:pt x="1854" y="603"/>
                        <a:pt x="1854" y="1046"/>
                      </a:cubicBezTo>
                      <a:cubicBezTo>
                        <a:pt x="1854" y="1506"/>
                        <a:pt x="1490" y="1886"/>
                        <a:pt x="1030" y="1886"/>
                      </a:cubicBezTo>
                      <a:cubicBezTo>
                        <a:pt x="571" y="1886"/>
                        <a:pt x="191" y="1506"/>
                        <a:pt x="191" y="1046"/>
                      </a:cubicBezTo>
                      <a:cubicBezTo>
                        <a:pt x="191" y="603"/>
                        <a:pt x="571" y="223"/>
                        <a:pt x="1030" y="223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6" y="2060"/>
                        <a:pt x="1030" y="2060"/>
                      </a:cubicBezTo>
                      <a:cubicBezTo>
                        <a:pt x="1601" y="2060"/>
                        <a:pt x="2060" y="1601"/>
                        <a:pt x="2060" y="1031"/>
                      </a:cubicBezTo>
                      <a:cubicBezTo>
                        <a:pt x="2060" y="460"/>
                        <a:pt x="1585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284" name="Google Shape;284;p7"/>
              <p:cNvSpPr/>
              <p:nvPr/>
            </p:nvSpPr>
            <p:spPr>
              <a:xfrm flipH="1">
                <a:off x="-621102" y="1681604"/>
                <a:ext cx="831600" cy="831600"/>
              </a:xfrm>
              <a:prstGeom prst="ellipse">
                <a:avLst/>
              </a:prstGeom>
              <a:gradFill>
                <a:gsLst>
                  <a:gs pos="0">
                    <a:srgbClr val="FFFFFF">
                      <a:alpha val="52549"/>
                    </a:srgbClr>
                  </a:gs>
                  <a:gs pos="68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Saira"/>
                  <a:ea typeface="Saira"/>
                  <a:cs typeface="Saira"/>
                  <a:sym typeface="Saira"/>
                </a:endParaRPr>
              </a:p>
            </p:txBody>
          </p:sp>
        </p:grpSp>
        <p:pic>
          <p:nvPicPr>
            <p:cNvPr id="285" name="Google Shape;285;p7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1125" y="1276263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6" name="Google Shape;286;p7"/>
          <p:cNvGrpSpPr/>
          <p:nvPr/>
        </p:nvGrpSpPr>
        <p:grpSpPr>
          <a:xfrm>
            <a:off x="7706000" y="3177613"/>
            <a:ext cx="1582102" cy="3138965"/>
            <a:chOff x="7706000" y="3177613"/>
            <a:chExt cx="1582102" cy="3138965"/>
          </a:xfrm>
        </p:grpSpPr>
        <p:grpSp>
          <p:nvGrpSpPr>
            <p:cNvPr id="287" name="Google Shape;287;p7"/>
            <p:cNvGrpSpPr/>
            <p:nvPr/>
          </p:nvGrpSpPr>
          <p:grpSpPr>
            <a:xfrm flipH="1">
              <a:off x="8246887" y="3744934"/>
              <a:ext cx="1041216" cy="2571644"/>
              <a:chOff x="4709050" y="974800"/>
              <a:chExt cx="684425" cy="1690425"/>
            </a:xfrm>
          </p:grpSpPr>
          <p:sp>
            <p:nvSpPr>
              <p:cNvPr id="288" name="Google Shape;288;p7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7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7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7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7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7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7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295;p7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7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7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7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7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7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7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7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7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7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7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7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7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7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309" name="Google Shape;309;p7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772900" y="3177613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0" name="Google Shape;310;p7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706000" y="4077138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8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grpSp>
        <p:nvGrpSpPr>
          <p:cNvPr id="314" name="Google Shape;314;p8"/>
          <p:cNvGrpSpPr/>
          <p:nvPr/>
        </p:nvGrpSpPr>
        <p:grpSpPr>
          <a:xfrm>
            <a:off x="126425" y="3058850"/>
            <a:ext cx="1694475" cy="3126028"/>
            <a:chOff x="126425" y="3058850"/>
            <a:chExt cx="1694475" cy="3126028"/>
          </a:xfrm>
        </p:grpSpPr>
        <p:grpSp>
          <p:nvGrpSpPr>
            <p:cNvPr id="315" name="Google Shape;315;p8"/>
            <p:cNvGrpSpPr/>
            <p:nvPr/>
          </p:nvGrpSpPr>
          <p:grpSpPr>
            <a:xfrm>
              <a:off x="256564" y="3613234"/>
              <a:ext cx="1041216" cy="2571644"/>
              <a:chOff x="4709050" y="974800"/>
              <a:chExt cx="684425" cy="1690425"/>
            </a:xfrm>
          </p:grpSpPr>
          <p:sp>
            <p:nvSpPr>
              <p:cNvPr id="316" name="Google Shape;316;p8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8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Google Shape;318;p8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8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8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8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Google Shape;322;p8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Google Shape;323;p8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Google Shape;324;p8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8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8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Google Shape;327;p8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8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8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8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8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8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Google Shape;333;p8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8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Google Shape;335;p8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8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337" name="Google Shape;337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54350" y="30588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8" name="Google Shape;338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43550" y="39231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9" name="Google Shape;339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126425" y="43103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40" name="Google Shape;340;p8"/>
          <p:cNvGrpSpPr/>
          <p:nvPr/>
        </p:nvGrpSpPr>
        <p:grpSpPr>
          <a:xfrm>
            <a:off x="7114525" y="-120600"/>
            <a:ext cx="3487326" cy="2515170"/>
            <a:chOff x="7114525" y="-120600"/>
            <a:chExt cx="3487326" cy="2515170"/>
          </a:xfrm>
        </p:grpSpPr>
        <p:grpSp>
          <p:nvGrpSpPr>
            <p:cNvPr id="341" name="Google Shape;341;p8"/>
            <p:cNvGrpSpPr/>
            <p:nvPr/>
          </p:nvGrpSpPr>
          <p:grpSpPr>
            <a:xfrm>
              <a:off x="7467304" y="268423"/>
              <a:ext cx="3134546" cy="2126147"/>
              <a:chOff x="2280775" y="570800"/>
              <a:chExt cx="1702725" cy="1154950"/>
            </a:xfrm>
          </p:grpSpPr>
          <p:sp>
            <p:nvSpPr>
              <p:cNvPr id="342" name="Google Shape;342;p8"/>
              <p:cNvSpPr/>
              <p:nvPr/>
            </p:nvSpPr>
            <p:spPr>
              <a:xfrm>
                <a:off x="2562775" y="1179175"/>
                <a:ext cx="1420725" cy="546575"/>
              </a:xfrm>
              <a:custGeom>
                <a:avLst/>
                <a:gdLst/>
                <a:ahLst/>
                <a:cxnLst/>
                <a:rect l="l" t="t" r="r" b="b"/>
                <a:pathLst>
                  <a:path w="56829" h="21863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Google Shape;343;p8"/>
              <p:cNvSpPr/>
              <p:nvPr/>
            </p:nvSpPr>
            <p:spPr>
              <a:xfrm>
                <a:off x="2385350" y="1087275"/>
                <a:ext cx="1598150" cy="574325"/>
              </a:xfrm>
              <a:custGeom>
                <a:avLst/>
                <a:gdLst/>
                <a:ahLst/>
                <a:cxnLst/>
                <a:rect l="l" t="t" r="r" b="b"/>
                <a:pathLst>
                  <a:path w="63926" h="22973" extrusionOk="0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Google Shape;344;p8"/>
              <p:cNvSpPr/>
              <p:nvPr/>
            </p:nvSpPr>
            <p:spPr>
              <a:xfrm>
                <a:off x="2329900" y="1057575"/>
                <a:ext cx="1653600" cy="579075"/>
              </a:xfrm>
              <a:custGeom>
                <a:avLst/>
                <a:gdLst/>
                <a:ahLst/>
                <a:cxnLst/>
                <a:rect l="l" t="t" r="r" b="b"/>
                <a:pathLst>
                  <a:path w="66144" h="23163" extrusionOk="0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Google Shape;345;p8"/>
              <p:cNvSpPr/>
              <p:nvPr/>
            </p:nvSpPr>
            <p:spPr>
              <a:xfrm>
                <a:off x="2547725" y="1017975"/>
                <a:ext cx="1435775" cy="598875"/>
              </a:xfrm>
              <a:custGeom>
                <a:avLst/>
                <a:gdLst/>
                <a:ahLst/>
                <a:cxnLst/>
                <a:rect l="l" t="t" r="r" b="b"/>
                <a:pathLst>
                  <a:path w="57431" h="23955" extrusionOk="0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8"/>
              <p:cNvSpPr/>
              <p:nvPr/>
            </p:nvSpPr>
            <p:spPr>
              <a:xfrm>
                <a:off x="2442775" y="978350"/>
                <a:ext cx="1540725" cy="613925"/>
              </a:xfrm>
              <a:custGeom>
                <a:avLst/>
                <a:gdLst/>
                <a:ahLst/>
                <a:cxnLst/>
                <a:rect l="l" t="t" r="r" b="b"/>
                <a:pathLst>
                  <a:path w="61629" h="24557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Google Shape;347;p8"/>
              <p:cNvSpPr/>
              <p:nvPr/>
            </p:nvSpPr>
            <p:spPr>
              <a:xfrm>
                <a:off x="2676850" y="934800"/>
                <a:ext cx="1306650" cy="637675"/>
              </a:xfrm>
              <a:custGeom>
                <a:avLst/>
                <a:gdLst/>
                <a:ahLst/>
                <a:cxnLst/>
                <a:rect l="l" t="t" r="r" b="b"/>
                <a:pathLst>
                  <a:path w="52266" h="2550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Google Shape;348;p8"/>
              <p:cNvSpPr/>
              <p:nvPr/>
            </p:nvSpPr>
            <p:spPr>
              <a:xfrm>
                <a:off x="2508525" y="824675"/>
                <a:ext cx="1474975" cy="722850"/>
              </a:xfrm>
              <a:custGeom>
                <a:avLst/>
                <a:gdLst/>
                <a:ahLst/>
                <a:cxnLst/>
                <a:rect l="l" t="t" r="r" b="b"/>
                <a:pathLst>
                  <a:path w="58999" h="28914" extrusionOk="0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Google Shape;349;p8"/>
              <p:cNvSpPr/>
              <p:nvPr/>
            </p:nvSpPr>
            <p:spPr>
              <a:xfrm>
                <a:off x="2413850" y="804875"/>
                <a:ext cx="1569650" cy="718100"/>
              </a:xfrm>
              <a:custGeom>
                <a:avLst/>
                <a:gdLst/>
                <a:ahLst/>
                <a:cxnLst/>
                <a:rect l="l" t="t" r="r" b="b"/>
                <a:pathLst>
                  <a:path w="62786" h="28724" extrusionOk="0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Google Shape;350;p8"/>
              <p:cNvSpPr/>
              <p:nvPr/>
            </p:nvSpPr>
            <p:spPr>
              <a:xfrm>
                <a:off x="2946975" y="1316600"/>
                <a:ext cx="1036525" cy="166775"/>
              </a:xfrm>
              <a:custGeom>
                <a:avLst/>
                <a:gdLst/>
                <a:ahLst/>
                <a:cxnLst/>
                <a:rect l="l" t="t" r="r" b="b"/>
                <a:pathLst>
                  <a:path w="41461" h="6671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Google Shape;351;p8"/>
              <p:cNvSpPr/>
              <p:nvPr/>
            </p:nvSpPr>
            <p:spPr>
              <a:xfrm>
                <a:off x="2770325" y="666250"/>
                <a:ext cx="1213175" cy="752550"/>
              </a:xfrm>
              <a:custGeom>
                <a:avLst/>
                <a:gdLst/>
                <a:ahLst/>
                <a:cxnLst/>
                <a:rect l="l" t="t" r="r" b="b"/>
                <a:pathLst>
                  <a:path w="48527" h="30102" extrusionOk="0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Google Shape;352;p8"/>
              <p:cNvSpPr/>
              <p:nvPr/>
            </p:nvSpPr>
            <p:spPr>
              <a:xfrm>
                <a:off x="2864575" y="798150"/>
                <a:ext cx="1118925" cy="606000"/>
              </a:xfrm>
              <a:custGeom>
                <a:avLst/>
                <a:gdLst/>
                <a:ahLst/>
                <a:cxnLst/>
                <a:rect l="l" t="t" r="r" b="b"/>
                <a:pathLst>
                  <a:path w="44757" h="24240" extrusionOk="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Google Shape;353;p8"/>
              <p:cNvSpPr/>
              <p:nvPr/>
            </p:nvSpPr>
            <p:spPr>
              <a:xfrm>
                <a:off x="2857050" y="695175"/>
                <a:ext cx="1126450" cy="684025"/>
              </a:xfrm>
              <a:custGeom>
                <a:avLst/>
                <a:gdLst/>
                <a:ahLst/>
                <a:cxnLst/>
                <a:rect l="l" t="t" r="r" b="b"/>
                <a:pathLst>
                  <a:path w="45058" h="27361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Google Shape;354;p8"/>
              <p:cNvSpPr/>
              <p:nvPr/>
            </p:nvSpPr>
            <p:spPr>
              <a:xfrm>
                <a:off x="2567525" y="596950"/>
                <a:ext cx="1415975" cy="728000"/>
              </a:xfrm>
              <a:custGeom>
                <a:avLst/>
                <a:gdLst/>
                <a:ahLst/>
                <a:cxnLst/>
                <a:rect l="l" t="t" r="r" b="b"/>
                <a:pathLst>
                  <a:path w="56639" h="29120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Google Shape;355;p8"/>
              <p:cNvSpPr/>
              <p:nvPr/>
            </p:nvSpPr>
            <p:spPr>
              <a:xfrm>
                <a:off x="2357225" y="11233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Google Shape;356;p8"/>
              <p:cNvSpPr/>
              <p:nvPr/>
            </p:nvSpPr>
            <p:spPr>
              <a:xfrm>
                <a:off x="2748525" y="633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Google Shape;357;p8"/>
              <p:cNvSpPr/>
              <p:nvPr/>
            </p:nvSpPr>
            <p:spPr>
              <a:xfrm>
                <a:off x="2842800" y="6829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8"/>
              <p:cNvSpPr/>
              <p:nvPr/>
            </p:nvSpPr>
            <p:spPr>
              <a:xfrm>
                <a:off x="2530700" y="11482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Google Shape;359;p8"/>
              <p:cNvSpPr/>
              <p:nvPr/>
            </p:nvSpPr>
            <p:spPr>
              <a:xfrm>
                <a:off x="2916875" y="12869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Google Shape;360;p8"/>
              <p:cNvSpPr/>
              <p:nvPr/>
            </p:nvSpPr>
            <p:spPr>
              <a:xfrm>
                <a:off x="2280775" y="10314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8"/>
              <p:cNvSpPr/>
              <p:nvPr/>
            </p:nvSpPr>
            <p:spPr>
              <a:xfrm>
                <a:off x="2364750" y="842900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8"/>
              <p:cNvSpPr/>
              <p:nvPr/>
            </p:nvSpPr>
            <p:spPr>
              <a:xfrm>
                <a:off x="2468925" y="902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8"/>
              <p:cNvSpPr/>
              <p:nvPr/>
            </p:nvSpPr>
            <p:spPr>
              <a:xfrm>
                <a:off x="2637250" y="892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8"/>
              <p:cNvSpPr/>
              <p:nvPr/>
            </p:nvSpPr>
            <p:spPr>
              <a:xfrm>
                <a:off x="2394450" y="9522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Google Shape;365;p8"/>
              <p:cNvSpPr/>
              <p:nvPr/>
            </p:nvSpPr>
            <p:spPr>
              <a:xfrm>
                <a:off x="2498625" y="99182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Google Shape;366;p8"/>
              <p:cNvSpPr/>
              <p:nvPr/>
            </p:nvSpPr>
            <p:spPr>
              <a:xfrm>
                <a:off x="2840025" y="7490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8"/>
              <p:cNvSpPr/>
              <p:nvPr/>
            </p:nvSpPr>
            <p:spPr>
              <a:xfrm>
                <a:off x="2518425" y="570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368" name="Google Shape;368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114525" y="742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9" name="Google Shape;369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902550" y="-1206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0" name="Google Shape;370;p8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073525" y="1016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9"/>
          <p:cNvSpPr txBox="1">
            <a:spLocks noGrp="1"/>
          </p:cNvSpPr>
          <p:nvPr>
            <p:ph type="title"/>
          </p:nvPr>
        </p:nvSpPr>
        <p:spPr>
          <a:xfrm>
            <a:off x="2241450" y="1583838"/>
            <a:ext cx="4661100" cy="98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74" name="Google Shape;374;p9"/>
          <p:cNvSpPr txBox="1">
            <a:spLocks noGrp="1"/>
          </p:cNvSpPr>
          <p:nvPr>
            <p:ph type="subTitle" idx="1"/>
          </p:nvPr>
        </p:nvSpPr>
        <p:spPr>
          <a:xfrm>
            <a:off x="2241450" y="2565163"/>
            <a:ext cx="4661100" cy="99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375" name="Google Shape;375;p9"/>
          <p:cNvGrpSpPr/>
          <p:nvPr/>
        </p:nvGrpSpPr>
        <p:grpSpPr>
          <a:xfrm>
            <a:off x="-1684333" y="361707"/>
            <a:ext cx="3490358" cy="1733468"/>
            <a:chOff x="-1684333" y="361707"/>
            <a:chExt cx="3490358" cy="1733468"/>
          </a:xfrm>
        </p:grpSpPr>
        <p:grpSp>
          <p:nvGrpSpPr>
            <p:cNvPr id="376" name="Google Shape;376;p9"/>
            <p:cNvGrpSpPr/>
            <p:nvPr/>
          </p:nvGrpSpPr>
          <p:grpSpPr>
            <a:xfrm>
              <a:off x="-1684333" y="361707"/>
              <a:ext cx="2907181" cy="1177348"/>
              <a:chOff x="2442775" y="3274750"/>
              <a:chExt cx="1690025" cy="684425"/>
            </a:xfrm>
          </p:grpSpPr>
          <p:sp>
            <p:nvSpPr>
              <p:cNvPr id="377" name="Google Shape;377;p9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9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9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9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9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9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9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Google Shape;384;p9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Google Shape;385;p9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9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9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Google Shape;388;p9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Google Shape;389;p9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9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9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9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9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9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9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9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9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398" name="Google Shape;398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28675" y="7617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99" name="Google Shape;399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337750" y="917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0" name="Google Shape;400;p9"/>
          <p:cNvGrpSpPr/>
          <p:nvPr/>
        </p:nvGrpSpPr>
        <p:grpSpPr>
          <a:xfrm>
            <a:off x="7323150" y="3559675"/>
            <a:ext cx="4020937" cy="1950500"/>
            <a:chOff x="7323150" y="3559675"/>
            <a:chExt cx="4020937" cy="1950500"/>
          </a:xfrm>
        </p:grpSpPr>
        <p:grpSp>
          <p:nvGrpSpPr>
            <p:cNvPr id="401" name="Google Shape;401;p9"/>
            <p:cNvGrpSpPr/>
            <p:nvPr/>
          </p:nvGrpSpPr>
          <p:grpSpPr>
            <a:xfrm>
              <a:off x="7802532" y="3702559"/>
              <a:ext cx="3541556" cy="1323917"/>
              <a:chOff x="2133050" y="2071900"/>
              <a:chExt cx="2132825" cy="797300"/>
            </a:xfrm>
          </p:grpSpPr>
          <p:sp>
            <p:nvSpPr>
              <p:cNvPr id="402" name="Google Shape;402;p9"/>
              <p:cNvSpPr/>
              <p:nvPr/>
            </p:nvSpPr>
            <p:spPr>
              <a:xfrm>
                <a:off x="2270875" y="2219625"/>
                <a:ext cx="747000" cy="267375"/>
              </a:xfrm>
              <a:custGeom>
                <a:avLst/>
                <a:gdLst/>
                <a:ahLst/>
                <a:cxnLst/>
                <a:rect l="l" t="t" r="r" b="b"/>
                <a:pathLst>
                  <a:path w="29880" h="10695" extrusionOk="0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9"/>
              <p:cNvSpPr/>
              <p:nvPr/>
            </p:nvSpPr>
            <p:spPr>
              <a:xfrm>
                <a:off x="2182175" y="2199825"/>
                <a:ext cx="1311375" cy="282025"/>
              </a:xfrm>
              <a:custGeom>
                <a:avLst/>
                <a:gdLst/>
                <a:ahLst/>
                <a:cxnLst/>
                <a:rect l="l" t="t" r="r" b="b"/>
                <a:pathLst>
                  <a:path w="52455" h="11281" extrusionOk="0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9"/>
              <p:cNvSpPr/>
              <p:nvPr/>
            </p:nvSpPr>
            <p:spPr>
              <a:xfrm>
                <a:off x="3182625" y="2105550"/>
                <a:ext cx="901850" cy="61825"/>
              </a:xfrm>
              <a:custGeom>
                <a:avLst/>
                <a:gdLst/>
                <a:ahLst/>
                <a:cxnLst/>
                <a:rect l="l" t="t" r="r" b="b"/>
                <a:pathLst>
                  <a:path w="36074" h="2473" extrusionOk="0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9"/>
              <p:cNvSpPr/>
              <p:nvPr/>
            </p:nvSpPr>
            <p:spPr>
              <a:xfrm>
                <a:off x="3306975" y="2135275"/>
                <a:ext cx="93435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37374" h="3169" extrusionOk="0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9"/>
              <p:cNvSpPr/>
              <p:nvPr/>
            </p:nvSpPr>
            <p:spPr>
              <a:xfrm>
                <a:off x="2627350" y="2303600"/>
                <a:ext cx="1638525" cy="516475"/>
              </a:xfrm>
              <a:custGeom>
                <a:avLst/>
                <a:gdLst/>
                <a:ahLst/>
                <a:cxnLst/>
                <a:rect l="l" t="t" r="r" b="b"/>
                <a:pathLst>
                  <a:path w="65541" h="20659" extrusionOk="0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Google Shape;407;p9"/>
              <p:cNvSpPr/>
              <p:nvPr/>
            </p:nvSpPr>
            <p:spPr>
              <a:xfrm>
                <a:off x="2216225" y="2328550"/>
                <a:ext cx="1225450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9018" h="18410" extrusionOk="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Google Shape;408;p9"/>
              <p:cNvSpPr/>
              <p:nvPr/>
            </p:nvSpPr>
            <p:spPr>
              <a:xfrm>
                <a:off x="2338600" y="2308750"/>
                <a:ext cx="11458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834" h="15336" extrusionOk="0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9"/>
              <p:cNvSpPr/>
              <p:nvPr/>
            </p:nvSpPr>
            <p:spPr>
              <a:xfrm>
                <a:off x="2270875" y="2288925"/>
                <a:ext cx="1995000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79800" h="15448" extrusionOk="0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9"/>
              <p:cNvSpPr/>
              <p:nvPr/>
            </p:nvSpPr>
            <p:spPr>
              <a:xfrm>
                <a:off x="2607925" y="2239425"/>
                <a:ext cx="850775" cy="188150"/>
              </a:xfrm>
              <a:custGeom>
                <a:avLst/>
                <a:gdLst/>
                <a:ahLst/>
                <a:cxnLst/>
                <a:rect l="l" t="t" r="r" b="b"/>
                <a:pathLst>
                  <a:path w="34031" h="7526" extrusionOk="0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9"/>
              <p:cNvSpPr/>
              <p:nvPr/>
            </p:nvSpPr>
            <p:spPr>
              <a:xfrm>
                <a:off x="2686750" y="2749175"/>
                <a:ext cx="134675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5387" h="1965" extrusionOk="0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9"/>
              <p:cNvSpPr/>
              <p:nvPr/>
            </p:nvSpPr>
            <p:spPr>
              <a:xfrm>
                <a:off x="3467400" y="217645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9"/>
              <p:cNvSpPr/>
              <p:nvPr/>
            </p:nvSpPr>
            <p:spPr>
              <a:xfrm>
                <a:off x="2234450" y="2646575"/>
                <a:ext cx="46750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1" extrusionOk="0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9"/>
              <p:cNvSpPr/>
              <p:nvPr/>
            </p:nvSpPr>
            <p:spPr>
              <a:xfrm>
                <a:off x="2175025" y="2735700"/>
                <a:ext cx="467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0" extrusionOk="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9"/>
              <p:cNvSpPr/>
              <p:nvPr/>
            </p:nvSpPr>
            <p:spPr>
              <a:xfrm>
                <a:off x="2502175" y="258717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Google Shape;416;p9"/>
              <p:cNvSpPr/>
              <p:nvPr/>
            </p:nvSpPr>
            <p:spPr>
              <a:xfrm>
                <a:off x="2774275" y="2309925"/>
                <a:ext cx="46775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1" extrusionOk="0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Google Shape;417;p9"/>
              <p:cNvSpPr/>
              <p:nvPr/>
            </p:nvSpPr>
            <p:spPr>
              <a:xfrm>
                <a:off x="2803975" y="2780450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9"/>
              <p:cNvSpPr/>
              <p:nvPr/>
            </p:nvSpPr>
            <p:spPr>
              <a:xfrm>
                <a:off x="3462250" y="233487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9"/>
              <p:cNvSpPr/>
              <p:nvPr/>
            </p:nvSpPr>
            <p:spPr>
              <a:xfrm>
                <a:off x="3165600" y="2141600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Google Shape;420;p9"/>
              <p:cNvSpPr/>
              <p:nvPr/>
            </p:nvSpPr>
            <p:spPr>
              <a:xfrm>
                <a:off x="2843600" y="24042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Google Shape;421;p9"/>
              <p:cNvSpPr/>
              <p:nvPr/>
            </p:nvSpPr>
            <p:spPr>
              <a:xfrm>
                <a:off x="2249500" y="24834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9"/>
              <p:cNvSpPr/>
              <p:nvPr/>
            </p:nvSpPr>
            <p:spPr>
              <a:xfrm>
                <a:off x="2864575" y="2111500"/>
                <a:ext cx="217075" cy="25375"/>
              </a:xfrm>
              <a:custGeom>
                <a:avLst/>
                <a:gdLst/>
                <a:ahLst/>
                <a:cxnLst/>
                <a:rect l="l" t="t" r="r" b="b"/>
                <a:pathLst>
                  <a:path w="8683" h="1015" extrusionOk="0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9"/>
              <p:cNvSpPr/>
              <p:nvPr/>
            </p:nvSpPr>
            <p:spPr>
              <a:xfrm>
                <a:off x="3067775" y="20790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9"/>
              <p:cNvSpPr/>
              <p:nvPr/>
            </p:nvSpPr>
            <p:spPr>
              <a:xfrm>
                <a:off x="2827750" y="20719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9"/>
              <p:cNvSpPr/>
              <p:nvPr/>
            </p:nvSpPr>
            <p:spPr>
              <a:xfrm>
                <a:off x="3261825" y="21194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9"/>
              <p:cNvSpPr/>
              <p:nvPr/>
            </p:nvSpPr>
            <p:spPr>
              <a:xfrm>
                <a:off x="3004400" y="22235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Google Shape;427;p9"/>
              <p:cNvSpPr/>
              <p:nvPr/>
            </p:nvSpPr>
            <p:spPr>
              <a:xfrm>
                <a:off x="2301375" y="26838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9"/>
              <p:cNvSpPr/>
              <p:nvPr/>
            </p:nvSpPr>
            <p:spPr>
              <a:xfrm>
                <a:off x="2133050" y="245607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9"/>
              <p:cNvSpPr/>
              <p:nvPr/>
            </p:nvSpPr>
            <p:spPr>
              <a:xfrm>
                <a:off x="2603575" y="28172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9"/>
              <p:cNvSpPr/>
              <p:nvPr/>
            </p:nvSpPr>
            <p:spPr>
              <a:xfrm>
                <a:off x="2647925" y="27828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9"/>
              <p:cNvSpPr/>
              <p:nvPr/>
            </p:nvSpPr>
            <p:spPr>
              <a:xfrm>
                <a:off x="3964850" y="2084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432" name="Google Shape;432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23150" y="42074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3" name="Google Shape;433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282150" y="35596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34" name="Google Shape;434;p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363950" y="4332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p10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38" name="Google Shape;438;p10"/>
          <p:cNvGrpSpPr/>
          <p:nvPr/>
        </p:nvGrpSpPr>
        <p:grpSpPr>
          <a:xfrm>
            <a:off x="-1642006" y="-243575"/>
            <a:ext cx="3539356" cy="2528970"/>
            <a:chOff x="-1642006" y="-243575"/>
            <a:chExt cx="3539356" cy="2528970"/>
          </a:xfrm>
        </p:grpSpPr>
        <p:grpSp>
          <p:nvGrpSpPr>
            <p:cNvPr id="439" name="Google Shape;439;p10"/>
            <p:cNvGrpSpPr/>
            <p:nvPr/>
          </p:nvGrpSpPr>
          <p:grpSpPr>
            <a:xfrm flipH="1">
              <a:off x="-1642006" y="159248"/>
              <a:ext cx="3134546" cy="2126147"/>
              <a:chOff x="2280775" y="570800"/>
              <a:chExt cx="1702725" cy="1154950"/>
            </a:xfrm>
          </p:grpSpPr>
          <p:sp>
            <p:nvSpPr>
              <p:cNvPr id="440" name="Google Shape;440;p10"/>
              <p:cNvSpPr/>
              <p:nvPr/>
            </p:nvSpPr>
            <p:spPr>
              <a:xfrm>
                <a:off x="2562775" y="1179175"/>
                <a:ext cx="1420725" cy="546575"/>
              </a:xfrm>
              <a:custGeom>
                <a:avLst/>
                <a:gdLst/>
                <a:ahLst/>
                <a:cxnLst/>
                <a:rect l="l" t="t" r="r" b="b"/>
                <a:pathLst>
                  <a:path w="56829" h="21863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Google Shape;441;p10"/>
              <p:cNvSpPr/>
              <p:nvPr/>
            </p:nvSpPr>
            <p:spPr>
              <a:xfrm>
                <a:off x="2385350" y="1087275"/>
                <a:ext cx="1598150" cy="574325"/>
              </a:xfrm>
              <a:custGeom>
                <a:avLst/>
                <a:gdLst/>
                <a:ahLst/>
                <a:cxnLst/>
                <a:rect l="l" t="t" r="r" b="b"/>
                <a:pathLst>
                  <a:path w="63926" h="22973" extrusionOk="0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Google Shape;442;p10"/>
              <p:cNvSpPr/>
              <p:nvPr/>
            </p:nvSpPr>
            <p:spPr>
              <a:xfrm>
                <a:off x="2329900" y="1057575"/>
                <a:ext cx="1653600" cy="579075"/>
              </a:xfrm>
              <a:custGeom>
                <a:avLst/>
                <a:gdLst/>
                <a:ahLst/>
                <a:cxnLst/>
                <a:rect l="l" t="t" r="r" b="b"/>
                <a:pathLst>
                  <a:path w="66144" h="23163" extrusionOk="0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Google Shape;443;p10"/>
              <p:cNvSpPr/>
              <p:nvPr/>
            </p:nvSpPr>
            <p:spPr>
              <a:xfrm>
                <a:off x="2547725" y="1017975"/>
                <a:ext cx="1435775" cy="598875"/>
              </a:xfrm>
              <a:custGeom>
                <a:avLst/>
                <a:gdLst/>
                <a:ahLst/>
                <a:cxnLst/>
                <a:rect l="l" t="t" r="r" b="b"/>
                <a:pathLst>
                  <a:path w="57431" h="23955" extrusionOk="0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Google Shape;444;p10"/>
              <p:cNvSpPr/>
              <p:nvPr/>
            </p:nvSpPr>
            <p:spPr>
              <a:xfrm>
                <a:off x="2442775" y="978350"/>
                <a:ext cx="1540725" cy="613925"/>
              </a:xfrm>
              <a:custGeom>
                <a:avLst/>
                <a:gdLst/>
                <a:ahLst/>
                <a:cxnLst/>
                <a:rect l="l" t="t" r="r" b="b"/>
                <a:pathLst>
                  <a:path w="61629" h="24557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Google Shape;445;p10"/>
              <p:cNvSpPr/>
              <p:nvPr/>
            </p:nvSpPr>
            <p:spPr>
              <a:xfrm>
                <a:off x="2676850" y="934800"/>
                <a:ext cx="1306650" cy="637675"/>
              </a:xfrm>
              <a:custGeom>
                <a:avLst/>
                <a:gdLst/>
                <a:ahLst/>
                <a:cxnLst/>
                <a:rect l="l" t="t" r="r" b="b"/>
                <a:pathLst>
                  <a:path w="52266" h="2550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0"/>
              <p:cNvSpPr/>
              <p:nvPr/>
            </p:nvSpPr>
            <p:spPr>
              <a:xfrm>
                <a:off x="2508525" y="824675"/>
                <a:ext cx="1474975" cy="722850"/>
              </a:xfrm>
              <a:custGeom>
                <a:avLst/>
                <a:gdLst/>
                <a:ahLst/>
                <a:cxnLst/>
                <a:rect l="l" t="t" r="r" b="b"/>
                <a:pathLst>
                  <a:path w="58999" h="28914" extrusionOk="0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Google Shape;447;p10"/>
              <p:cNvSpPr/>
              <p:nvPr/>
            </p:nvSpPr>
            <p:spPr>
              <a:xfrm>
                <a:off x="2413850" y="804875"/>
                <a:ext cx="1569650" cy="718100"/>
              </a:xfrm>
              <a:custGeom>
                <a:avLst/>
                <a:gdLst/>
                <a:ahLst/>
                <a:cxnLst/>
                <a:rect l="l" t="t" r="r" b="b"/>
                <a:pathLst>
                  <a:path w="62786" h="28724" extrusionOk="0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448;p10"/>
              <p:cNvSpPr/>
              <p:nvPr/>
            </p:nvSpPr>
            <p:spPr>
              <a:xfrm>
                <a:off x="2946975" y="1316600"/>
                <a:ext cx="1036525" cy="166775"/>
              </a:xfrm>
              <a:custGeom>
                <a:avLst/>
                <a:gdLst/>
                <a:ahLst/>
                <a:cxnLst/>
                <a:rect l="l" t="t" r="r" b="b"/>
                <a:pathLst>
                  <a:path w="41461" h="6671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10"/>
              <p:cNvSpPr/>
              <p:nvPr/>
            </p:nvSpPr>
            <p:spPr>
              <a:xfrm>
                <a:off x="2770325" y="666250"/>
                <a:ext cx="1213175" cy="752550"/>
              </a:xfrm>
              <a:custGeom>
                <a:avLst/>
                <a:gdLst/>
                <a:ahLst/>
                <a:cxnLst/>
                <a:rect l="l" t="t" r="r" b="b"/>
                <a:pathLst>
                  <a:path w="48527" h="30102" extrusionOk="0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10"/>
              <p:cNvSpPr/>
              <p:nvPr/>
            </p:nvSpPr>
            <p:spPr>
              <a:xfrm>
                <a:off x="2864575" y="798150"/>
                <a:ext cx="1118925" cy="606000"/>
              </a:xfrm>
              <a:custGeom>
                <a:avLst/>
                <a:gdLst/>
                <a:ahLst/>
                <a:cxnLst/>
                <a:rect l="l" t="t" r="r" b="b"/>
                <a:pathLst>
                  <a:path w="44757" h="24240" extrusionOk="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10"/>
              <p:cNvSpPr/>
              <p:nvPr/>
            </p:nvSpPr>
            <p:spPr>
              <a:xfrm>
                <a:off x="2857050" y="695175"/>
                <a:ext cx="1126450" cy="684025"/>
              </a:xfrm>
              <a:custGeom>
                <a:avLst/>
                <a:gdLst/>
                <a:ahLst/>
                <a:cxnLst/>
                <a:rect l="l" t="t" r="r" b="b"/>
                <a:pathLst>
                  <a:path w="45058" h="27361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10"/>
              <p:cNvSpPr/>
              <p:nvPr/>
            </p:nvSpPr>
            <p:spPr>
              <a:xfrm>
                <a:off x="2567525" y="596950"/>
                <a:ext cx="1415975" cy="728000"/>
              </a:xfrm>
              <a:custGeom>
                <a:avLst/>
                <a:gdLst/>
                <a:ahLst/>
                <a:cxnLst/>
                <a:rect l="l" t="t" r="r" b="b"/>
                <a:pathLst>
                  <a:path w="56639" h="29120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0"/>
              <p:cNvSpPr/>
              <p:nvPr/>
            </p:nvSpPr>
            <p:spPr>
              <a:xfrm>
                <a:off x="2357225" y="11233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10"/>
              <p:cNvSpPr/>
              <p:nvPr/>
            </p:nvSpPr>
            <p:spPr>
              <a:xfrm>
                <a:off x="2748525" y="633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Google Shape;455;p10"/>
              <p:cNvSpPr/>
              <p:nvPr/>
            </p:nvSpPr>
            <p:spPr>
              <a:xfrm>
                <a:off x="2842800" y="6829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456;p10"/>
              <p:cNvSpPr/>
              <p:nvPr/>
            </p:nvSpPr>
            <p:spPr>
              <a:xfrm>
                <a:off x="2530700" y="11482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Google Shape;457;p10"/>
              <p:cNvSpPr/>
              <p:nvPr/>
            </p:nvSpPr>
            <p:spPr>
              <a:xfrm>
                <a:off x="2916875" y="12869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10"/>
              <p:cNvSpPr/>
              <p:nvPr/>
            </p:nvSpPr>
            <p:spPr>
              <a:xfrm>
                <a:off x="2280775" y="10314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Google Shape;459;p10"/>
              <p:cNvSpPr/>
              <p:nvPr/>
            </p:nvSpPr>
            <p:spPr>
              <a:xfrm>
                <a:off x="2364750" y="842900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10"/>
              <p:cNvSpPr/>
              <p:nvPr/>
            </p:nvSpPr>
            <p:spPr>
              <a:xfrm>
                <a:off x="2468925" y="902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Google Shape;461;p10"/>
              <p:cNvSpPr/>
              <p:nvPr/>
            </p:nvSpPr>
            <p:spPr>
              <a:xfrm>
                <a:off x="2637250" y="892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Google Shape;462;p10"/>
              <p:cNvSpPr/>
              <p:nvPr/>
            </p:nvSpPr>
            <p:spPr>
              <a:xfrm>
                <a:off x="2394450" y="9522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Google Shape;463;p10"/>
              <p:cNvSpPr/>
              <p:nvPr/>
            </p:nvSpPr>
            <p:spPr>
              <a:xfrm>
                <a:off x="2498625" y="99182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Google Shape;464;p10"/>
              <p:cNvSpPr/>
              <p:nvPr/>
            </p:nvSpPr>
            <p:spPr>
              <a:xfrm>
                <a:off x="2840025" y="7490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Google Shape;465;p10"/>
              <p:cNvSpPr/>
              <p:nvPr/>
            </p:nvSpPr>
            <p:spPr>
              <a:xfrm>
                <a:off x="2518425" y="570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466" name="Google Shape;466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293125" y="8881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67" name="Google Shape;467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20000" y="6336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68" name="Google Shape;468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0" y="-2435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69" name="Google Shape;469;p10"/>
          <p:cNvGrpSpPr/>
          <p:nvPr/>
        </p:nvGrpSpPr>
        <p:grpSpPr>
          <a:xfrm>
            <a:off x="7370500" y="2551650"/>
            <a:ext cx="1600406" cy="3176028"/>
            <a:chOff x="7370500" y="2551650"/>
            <a:chExt cx="1600406" cy="3176028"/>
          </a:xfrm>
        </p:grpSpPr>
        <p:grpSp>
          <p:nvGrpSpPr>
            <p:cNvPr id="470" name="Google Shape;470;p10"/>
            <p:cNvGrpSpPr/>
            <p:nvPr/>
          </p:nvGrpSpPr>
          <p:grpSpPr>
            <a:xfrm flipH="1">
              <a:off x="7929690" y="3156034"/>
              <a:ext cx="1041216" cy="2571644"/>
              <a:chOff x="4709050" y="974800"/>
              <a:chExt cx="684425" cy="1690425"/>
            </a:xfrm>
          </p:grpSpPr>
          <p:sp>
            <p:nvSpPr>
              <p:cNvPr id="471" name="Google Shape;471;p10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10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Google Shape;473;p10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Google Shape;474;p10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10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10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Google Shape;477;p10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Google Shape;478;p10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Google Shape;479;p10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Google Shape;480;p10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Google Shape;481;p10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0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Google Shape;483;p10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Google Shape;484;p10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485;p10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486;p10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487;p10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Google Shape;488;p10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0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490;p10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Google Shape;491;p10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492" name="Google Shape;492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508525" y="25516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93" name="Google Shape;493;p10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70500" y="35032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5" name="Google Shape;495;p11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96" name="Google Shape;496;p11"/>
          <p:cNvSpPr txBox="1">
            <a:spLocks noGrp="1"/>
          </p:cNvSpPr>
          <p:nvPr>
            <p:ph type="title" hasCustomPrompt="1"/>
          </p:nvPr>
        </p:nvSpPr>
        <p:spPr>
          <a:xfrm>
            <a:off x="2159550" y="1527013"/>
            <a:ext cx="4824900" cy="117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497" name="Google Shape;497;p11"/>
          <p:cNvSpPr txBox="1">
            <a:spLocks noGrp="1"/>
          </p:cNvSpPr>
          <p:nvPr>
            <p:ph type="subTitle" idx="1"/>
          </p:nvPr>
        </p:nvSpPr>
        <p:spPr>
          <a:xfrm>
            <a:off x="2159550" y="3051213"/>
            <a:ext cx="4824900" cy="40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grpSp>
        <p:nvGrpSpPr>
          <p:cNvPr id="498" name="Google Shape;498;p11"/>
          <p:cNvGrpSpPr/>
          <p:nvPr/>
        </p:nvGrpSpPr>
        <p:grpSpPr>
          <a:xfrm>
            <a:off x="-1684333" y="361707"/>
            <a:ext cx="3475508" cy="1748318"/>
            <a:chOff x="-1684333" y="361707"/>
            <a:chExt cx="3475508" cy="1748318"/>
          </a:xfrm>
        </p:grpSpPr>
        <p:grpSp>
          <p:nvGrpSpPr>
            <p:cNvPr id="499" name="Google Shape;499;p11"/>
            <p:cNvGrpSpPr/>
            <p:nvPr/>
          </p:nvGrpSpPr>
          <p:grpSpPr>
            <a:xfrm>
              <a:off x="-1684333" y="361707"/>
              <a:ext cx="2907181" cy="1177348"/>
              <a:chOff x="2442775" y="3274750"/>
              <a:chExt cx="1690025" cy="684425"/>
            </a:xfrm>
          </p:grpSpPr>
          <p:sp>
            <p:nvSpPr>
              <p:cNvPr id="500" name="Google Shape;500;p11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Google Shape;501;p11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Google Shape;502;p11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11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Google Shape;504;p11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Google Shape;505;p11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11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11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11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11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1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11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11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1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11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11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11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11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11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11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11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521" name="Google Shape;521;p1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13825" y="746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22" name="Google Shape;522;p1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315425" y="9326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23" name="Google Shape;523;p1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129575" y="4211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24" name="Google Shape;524;p11"/>
          <p:cNvGrpSpPr/>
          <p:nvPr/>
        </p:nvGrpSpPr>
        <p:grpSpPr>
          <a:xfrm>
            <a:off x="7315700" y="3550475"/>
            <a:ext cx="4028387" cy="1908650"/>
            <a:chOff x="7315700" y="3550475"/>
            <a:chExt cx="4028387" cy="1908650"/>
          </a:xfrm>
        </p:grpSpPr>
        <p:grpSp>
          <p:nvGrpSpPr>
            <p:cNvPr id="525" name="Google Shape;525;p11"/>
            <p:cNvGrpSpPr/>
            <p:nvPr/>
          </p:nvGrpSpPr>
          <p:grpSpPr>
            <a:xfrm>
              <a:off x="7802532" y="3702559"/>
              <a:ext cx="3541556" cy="1323917"/>
              <a:chOff x="2133050" y="2071900"/>
              <a:chExt cx="2132825" cy="797300"/>
            </a:xfrm>
          </p:grpSpPr>
          <p:sp>
            <p:nvSpPr>
              <p:cNvPr id="526" name="Google Shape;526;p11"/>
              <p:cNvSpPr/>
              <p:nvPr/>
            </p:nvSpPr>
            <p:spPr>
              <a:xfrm>
                <a:off x="2270875" y="2219625"/>
                <a:ext cx="747000" cy="267375"/>
              </a:xfrm>
              <a:custGeom>
                <a:avLst/>
                <a:gdLst/>
                <a:ahLst/>
                <a:cxnLst/>
                <a:rect l="l" t="t" r="r" b="b"/>
                <a:pathLst>
                  <a:path w="29880" h="10695" extrusionOk="0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1"/>
              <p:cNvSpPr/>
              <p:nvPr/>
            </p:nvSpPr>
            <p:spPr>
              <a:xfrm>
                <a:off x="2182175" y="2199825"/>
                <a:ext cx="1311375" cy="282025"/>
              </a:xfrm>
              <a:custGeom>
                <a:avLst/>
                <a:gdLst/>
                <a:ahLst/>
                <a:cxnLst/>
                <a:rect l="l" t="t" r="r" b="b"/>
                <a:pathLst>
                  <a:path w="52455" h="11281" extrusionOk="0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11"/>
              <p:cNvSpPr/>
              <p:nvPr/>
            </p:nvSpPr>
            <p:spPr>
              <a:xfrm>
                <a:off x="3182625" y="2105550"/>
                <a:ext cx="901850" cy="61825"/>
              </a:xfrm>
              <a:custGeom>
                <a:avLst/>
                <a:gdLst/>
                <a:ahLst/>
                <a:cxnLst/>
                <a:rect l="l" t="t" r="r" b="b"/>
                <a:pathLst>
                  <a:path w="36074" h="2473" extrusionOk="0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11"/>
              <p:cNvSpPr/>
              <p:nvPr/>
            </p:nvSpPr>
            <p:spPr>
              <a:xfrm>
                <a:off x="3306975" y="2135275"/>
                <a:ext cx="93435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37374" h="3169" extrusionOk="0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11"/>
              <p:cNvSpPr/>
              <p:nvPr/>
            </p:nvSpPr>
            <p:spPr>
              <a:xfrm>
                <a:off x="2627350" y="2303600"/>
                <a:ext cx="1638525" cy="516475"/>
              </a:xfrm>
              <a:custGeom>
                <a:avLst/>
                <a:gdLst/>
                <a:ahLst/>
                <a:cxnLst/>
                <a:rect l="l" t="t" r="r" b="b"/>
                <a:pathLst>
                  <a:path w="65541" h="20659" extrusionOk="0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11"/>
              <p:cNvSpPr/>
              <p:nvPr/>
            </p:nvSpPr>
            <p:spPr>
              <a:xfrm>
                <a:off x="2216225" y="2328550"/>
                <a:ext cx="1225450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9018" h="18410" extrusionOk="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11"/>
              <p:cNvSpPr/>
              <p:nvPr/>
            </p:nvSpPr>
            <p:spPr>
              <a:xfrm>
                <a:off x="2338600" y="2308750"/>
                <a:ext cx="11458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834" h="15336" extrusionOk="0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11"/>
              <p:cNvSpPr/>
              <p:nvPr/>
            </p:nvSpPr>
            <p:spPr>
              <a:xfrm>
                <a:off x="2270875" y="2288925"/>
                <a:ext cx="1995000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79800" h="15448" extrusionOk="0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11"/>
              <p:cNvSpPr/>
              <p:nvPr/>
            </p:nvSpPr>
            <p:spPr>
              <a:xfrm>
                <a:off x="2607925" y="2239425"/>
                <a:ext cx="850775" cy="188150"/>
              </a:xfrm>
              <a:custGeom>
                <a:avLst/>
                <a:gdLst/>
                <a:ahLst/>
                <a:cxnLst/>
                <a:rect l="l" t="t" r="r" b="b"/>
                <a:pathLst>
                  <a:path w="34031" h="7526" extrusionOk="0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11"/>
              <p:cNvSpPr/>
              <p:nvPr/>
            </p:nvSpPr>
            <p:spPr>
              <a:xfrm>
                <a:off x="2686750" y="2749175"/>
                <a:ext cx="134675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5387" h="1965" extrusionOk="0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11"/>
              <p:cNvSpPr/>
              <p:nvPr/>
            </p:nvSpPr>
            <p:spPr>
              <a:xfrm>
                <a:off x="3467400" y="217645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11"/>
              <p:cNvSpPr/>
              <p:nvPr/>
            </p:nvSpPr>
            <p:spPr>
              <a:xfrm>
                <a:off x="2234450" y="2646575"/>
                <a:ext cx="46750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1" extrusionOk="0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11"/>
              <p:cNvSpPr/>
              <p:nvPr/>
            </p:nvSpPr>
            <p:spPr>
              <a:xfrm>
                <a:off x="2175025" y="2735700"/>
                <a:ext cx="467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0" extrusionOk="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11"/>
              <p:cNvSpPr/>
              <p:nvPr/>
            </p:nvSpPr>
            <p:spPr>
              <a:xfrm>
                <a:off x="2502175" y="258717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11"/>
              <p:cNvSpPr/>
              <p:nvPr/>
            </p:nvSpPr>
            <p:spPr>
              <a:xfrm>
                <a:off x="2774275" y="2309925"/>
                <a:ext cx="46775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1" extrusionOk="0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11"/>
              <p:cNvSpPr/>
              <p:nvPr/>
            </p:nvSpPr>
            <p:spPr>
              <a:xfrm>
                <a:off x="2803975" y="2780450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11"/>
              <p:cNvSpPr/>
              <p:nvPr/>
            </p:nvSpPr>
            <p:spPr>
              <a:xfrm>
                <a:off x="3462250" y="233487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11"/>
              <p:cNvSpPr/>
              <p:nvPr/>
            </p:nvSpPr>
            <p:spPr>
              <a:xfrm>
                <a:off x="3165600" y="2141600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11"/>
              <p:cNvSpPr/>
              <p:nvPr/>
            </p:nvSpPr>
            <p:spPr>
              <a:xfrm>
                <a:off x="2843600" y="24042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11"/>
              <p:cNvSpPr/>
              <p:nvPr/>
            </p:nvSpPr>
            <p:spPr>
              <a:xfrm>
                <a:off x="2249500" y="24834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11"/>
              <p:cNvSpPr/>
              <p:nvPr/>
            </p:nvSpPr>
            <p:spPr>
              <a:xfrm>
                <a:off x="2864575" y="2111500"/>
                <a:ext cx="217075" cy="25375"/>
              </a:xfrm>
              <a:custGeom>
                <a:avLst/>
                <a:gdLst/>
                <a:ahLst/>
                <a:cxnLst/>
                <a:rect l="l" t="t" r="r" b="b"/>
                <a:pathLst>
                  <a:path w="8683" h="1015" extrusionOk="0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11"/>
              <p:cNvSpPr/>
              <p:nvPr/>
            </p:nvSpPr>
            <p:spPr>
              <a:xfrm>
                <a:off x="3067775" y="20790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Google Shape;548;p11"/>
              <p:cNvSpPr/>
              <p:nvPr/>
            </p:nvSpPr>
            <p:spPr>
              <a:xfrm>
                <a:off x="2827750" y="20719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Google Shape;549;p11"/>
              <p:cNvSpPr/>
              <p:nvPr/>
            </p:nvSpPr>
            <p:spPr>
              <a:xfrm>
                <a:off x="3261825" y="21194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11"/>
              <p:cNvSpPr/>
              <p:nvPr/>
            </p:nvSpPr>
            <p:spPr>
              <a:xfrm>
                <a:off x="3004400" y="22235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Google Shape;551;p11"/>
              <p:cNvSpPr/>
              <p:nvPr/>
            </p:nvSpPr>
            <p:spPr>
              <a:xfrm>
                <a:off x="2301375" y="26838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Google Shape;552;p11"/>
              <p:cNvSpPr/>
              <p:nvPr/>
            </p:nvSpPr>
            <p:spPr>
              <a:xfrm>
                <a:off x="2133050" y="245607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Google Shape;553;p11"/>
              <p:cNvSpPr/>
              <p:nvPr/>
            </p:nvSpPr>
            <p:spPr>
              <a:xfrm>
                <a:off x="2603575" y="28172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Google Shape;554;p11"/>
              <p:cNvSpPr/>
              <p:nvPr/>
            </p:nvSpPr>
            <p:spPr>
              <a:xfrm>
                <a:off x="2647925" y="27828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Google Shape;555;p11"/>
              <p:cNvSpPr/>
              <p:nvPr/>
            </p:nvSpPr>
            <p:spPr>
              <a:xfrm>
                <a:off x="3964850" y="2084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556" name="Google Shape;556;p1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15700" y="42817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7" name="Google Shape;557;p1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289575" y="35504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8" name="Google Shape;558;p1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341625" y="42817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1" name="Google Shape;561;p1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2" name="Google Shape;562;p13"/>
          <p:cNvSpPr txBox="1">
            <a:spLocks noGrp="1"/>
          </p:cNvSpPr>
          <p:nvPr>
            <p:ph type="title" hasCustomPrompt="1"/>
          </p:nvPr>
        </p:nvSpPr>
        <p:spPr>
          <a:xfrm>
            <a:off x="1293604" y="16086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3" name="Google Shape;563;p13"/>
          <p:cNvSpPr txBox="1">
            <a:spLocks noGrp="1"/>
          </p:cNvSpPr>
          <p:nvPr>
            <p:ph type="title" idx="2" hasCustomPrompt="1"/>
          </p:nvPr>
        </p:nvSpPr>
        <p:spPr>
          <a:xfrm>
            <a:off x="3883926" y="16086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4" name="Google Shape;564;p13"/>
          <p:cNvSpPr txBox="1">
            <a:spLocks noGrp="1"/>
          </p:cNvSpPr>
          <p:nvPr>
            <p:ph type="title" idx="3" hasCustomPrompt="1"/>
          </p:nvPr>
        </p:nvSpPr>
        <p:spPr>
          <a:xfrm>
            <a:off x="6471600" y="16086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5" name="Google Shape;565;p13"/>
          <p:cNvSpPr txBox="1">
            <a:spLocks noGrp="1"/>
          </p:cNvSpPr>
          <p:nvPr>
            <p:ph type="title" idx="4" hasCustomPrompt="1"/>
          </p:nvPr>
        </p:nvSpPr>
        <p:spPr>
          <a:xfrm>
            <a:off x="1293604" y="31694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6" name="Google Shape;566;p13"/>
          <p:cNvSpPr txBox="1">
            <a:spLocks noGrp="1"/>
          </p:cNvSpPr>
          <p:nvPr>
            <p:ph type="title" idx="5" hasCustomPrompt="1"/>
          </p:nvPr>
        </p:nvSpPr>
        <p:spPr>
          <a:xfrm>
            <a:off x="3883926" y="31694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7" name="Google Shape;567;p13"/>
          <p:cNvSpPr txBox="1">
            <a:spLocks noGrp="1"/>
          </p:cNvSpPr>
          <p:nvPr>
            <p:ph type="title" idx="6" hasCustomPrompt="1"/>
          </p:nvPr>
        </p:nvSpPr>
        <p:spPr>
          <a:xfrm>
            <a:off x="6471600" y="3169475"/>
            <a:ext cx="1378500" cy="59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8" name="Google Shape;568;p13"/>
          <p:cNvSpPr txBox="1">
            <a:spLocks noGrp="1"/>
          </p:cNvSpPr>
          <p:nvPr>
            <p:ph type="title" idx="7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69" name="Google Shape;569;p13"/>
          <p:cNvSpPr txBox="1">
            <a:spLocks noGrp="1"/>
          </p:cNvSpPr>
          <p:nvPr>
            <p:ph type="subTitle" idx="1"/>
          </p:nvPr>
        </p:nvSpPr>
        <p:spPr>
          <a:xfrm>
            <a:off x="720002" y="2130425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0" name="Google Shape;570;p13"/>
          <p:cNvSpPr txBox="1">
            <a:spLocks noGrp="1"/>
          </p:cNvSpPr>
          <p:nvPr>
            <p:ph type="subTitle" idx="8"/>
          </p:nvPr>
        </p:nvSpPr>
        <p:spPr>
          <a:xfrm>
            <a:off x="3310324" y="2130425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1" name="Google Shape;571;p13"/>
          <p:cNvSpPr txBox="1">
            <a:spLocks noGrp="1"/>
          </p:cNvSpPr>
          <p:nvPr>
            <p:ph type="subTitle" idx="9"/>
          </p:nvPr>
        </p:nvSpPr>
        <p:spPr>
          <a:xfrm>
            <a:off x="5897998" y="2130425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2" name="Google Shape;572;p13"/>
          <p:cNvSpPr txBox="1">
            <a:spLocks noGrp="1"/>
          </p:cNvSpPr>
          <p:nvPr>
            <p:ph type="subTitle" idx="13"/>
          </p:nvPr>
        </p:nvSpPr>
        <p:spPr>
          <a:xfrm>
            <a:off x="720002" y="3708000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3" name="Google Shape;573;p13"/>
          <p:cNvSpPr txBox="1">
            <a:spLocks noGrp="1"/>
          </p:cNvSpPr>
          <p:nvPr>
            <p:ph type="subTitle" idx="14"/>
          </p:nvPr>
        </p:nvSpPr>
        <p:spPr>
          <a:xfrm>
            <a:off x="3310324" y="3708000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574" name="Google Shape;574;p13"/>
          <p:cNvSpPr txBox="1">
            <a:spLocks noGrp="1"/>
          </p:cNvSpPr>
          <p:nvPr>
            <p:ph type="subTitle" idx="15"/>
          </p:nvPr>
        </p:nvSpPr>
        <p:spPr>
          <a:xfrm>
            <a:off x="5897998" y="3708000"/>
            <a:ext cx="2526000" cy="484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grpSp>
        <p:nvGrpSpPr>
          <p:cNvPr id="575" name="Google Shape;575;p13"/>
          <p:cNvGrpSpPr/>
          <p:nvPr/>
        </p:nvGrpSpPr>
        <p:grpSpPr>
          <a:xfrm>
            <a:off x="7594475" y="-1910625"/>
            <a:ext cx="2151567" cy="3381325"/>
            <a:chOff x="7594475" y="-1910625"/>
            <a:chExt cx="2151567" cy="3381325"/>
          </a:xfrm>
        </p:grpSpPr>
        <p:grpSp>
          <p:nvGrpSpPr>
            <p:cNvPr id="576" name="Google Shape;576;p13"/>
            <p:cNvGrpSpPr/>
            <p:nvPr/>
          </p:nvGrpSpPr>
          <p:grpSpPr>
            <a:xfrm rot="-5400000">
              <a:off x="7339390" y="-1084534"/>
              <a:ext cx="3232743" cy="1580562"/>
              <a:chOff x="2191675" y="4192425"/>
              <a:chExt cx="1929650" cy="943450"/>
            </a:xfrm>
          </p:grpSpPr>
          <p:sp>
            <p:nvSpPr>
              <p:cNvPr id="577" name="Google Shape;577;p13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Google Shape;578;p13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Google Shape;579;p13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Google Shape;580;p13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Google Shape;581;p13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Google Shape;582;p13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Google Shape;583;p13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Google Shape;584;p13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Google Shape;585;p13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Google Shape;586;p13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587;p13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Google Shape;588;p13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589;p13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Google Shape;590;p13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Google Shape;591;p13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13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Google Shape;593;p13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Google Shape;594;p13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Google Shape;595;p13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Google Shape;596;p13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Google Shape;597;p13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13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13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Google Shape;600;p13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13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13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Google Shape;603;p13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Google Shape;604;p13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Google Shape;605;p13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Google Shape;606;p13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Google Shape;607;p13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13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13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13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Google Shape;611;p13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Google Shape;612;p13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Google Shape;613;p13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13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Google Shape;615;p13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Google Shape;616;p13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Google Shape;617;p13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13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619" name="Google Shape;619;p13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594475" y="-2716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0" name="Google Shape;620;p13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218950" y="2933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21" name="Google Shape;621;p13"/>
          <p:cNvGrpSpPr/>
          <p:nvPr/>
        </p:nvGrpSpPr>
        <p:grpSpPr>
          <a:xfrm>
            <a:off x="-500554" y="3650100"/>
            <a:ext cx="2057554" cy="3254804"/>
            <a:chOff x="-500554" y="3650100"/>
            <a:chExt cx="2057554" cy="3254804"/>
          </a:xfrm>
        </p:grpSpPr>
        <p:grpSp>
          <p:nvGrpSpPr>
            <p:cNvPr id="622" name="Google Shape;622;p13"/>
            <p:cNvGrpSpPr/>
            <p:nvPr/>
          </p:nvGrpSpPr>
          <p:grpSpPr>
            <a:xfrm rot="-5400000">
              <a:off x="-1283301" y="4624525"/>
              <a:ext cx="3063126" cy="1497633"/>
              <a:chOff x="2191675" y="4192425"/>
              <a:chExt cx="1929650" cy="943450"/>
            </a:xfrm>
          </p:grpSpPr>
          <p:sp>
            <p:nvSpPr>
              <p:cNvPr id="623" name="Google Shape;623;p13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Google Shape;624;p13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Google Shape;625;p13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Google Shape;626;p13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13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Google Shape;628;p13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Google Shape;629;p13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Google Shape;630;p13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Google Shape;631;p13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Google Shape;632;p13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Google Shape;633;p13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Google Shape;634;p13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13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Google Shape;636;p13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13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Google Shape;638;p13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13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13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Google Shape;641;p13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13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Google Shape;643;p13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Google Shape;644;p13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Google Shape;645;p13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Google Shape;646;p13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Google Shape;647;p13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Google Shape;648;p13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Google Shape;649;p13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Google Shape;650;p13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Google Shape;651;p13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Google Shape;652;p13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Google Shape;653;p13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Google Shape;654;p13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Google Shape;655;p13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Google Shape;656;p13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Google Shape;657;p13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Google Shape;658;p13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Google Shape;659;p13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13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13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Google Shape;662;p13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Google Shape;663;p13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Google Shape;664;p13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665" name="Google Shape;665;p13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379650" y="41928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6" name="Google Shape;666;p13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180275" y="36501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6" name="Google Shape;1046;p21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7" name="Google Shape;104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48" name="Google Shape;1048;p21"/>
          <p:cNvSpPr txBox="1">
            <a:spLocks noGrp="1"/>
          </p:cNvSpPr>
          <p:nvPr>
            <p:ph type="subTitle" idx="1"/>
          </p:nvPr>
        </p:nvSpPr>
        <p:spPr>
          <a:xfrm>
            <a:off x="720025" y="1654364"/>
            <a:ext cx="2351100" cy="126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49" name="Google Shape;1049;p21"/>
          <p:cNvSpPr txBox="1">
            <a:spLocks noGrp="1"/>
          </p:cNvSpPr>
          <p:nvPr>
            <p:ph type="subTitle" idx="2"/>
          </p:nvPr>
        </p:nvSpPr>
        <p:spPr>
          <a:xfrm>
            <a:off x="3420536" y="1654364"/>
            <a:ext cx="2351100" cy="126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50" name="Google Shape;1050;p21"/>
          <p:cNvSpPr txBox="1">
            <a:spLocks noGrp="1"/>
          </p:cNvSpPr>
          <p:nvPr>
            <p:ph type="subTitle" idx="3"/>
          </p:nvPr>
        </p:nvSpPr>
        <p:spPr>
          <a:xfrm>
            <a:off x="6121046" y="1654364"/>
            <a:ext cx="2351100" cy="126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51" name="Google Shape;1051;p21"/>
          <p:cNvSpPr txBox="1">
            <a:spLocks noGrp="1"/>
          </p:cNvSpPr>
          <p:nvPr>
            <p:ph type="subTitle" idx="4"/>
          </p:nvPr>
        </p:nvSpPr>
        <p:spPr>
          <a:xfrm>
            <a:off x="720025" y="3340881"/>
            <a:ext cx="2351100" cy="126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52" name="Google Shape;1052;p21"/>
          <p:cNvSpPr txBox="1">
            <a:spLocks noGrp="1"/>
          </p:cNvSpPr>
          <p:nvPr>
            <p:ph type="subTitle" idx="5"/>
          </p:nvPr>
        </p:nvSpPr>
        <p:spPr>
          <a:xfrm>
            <a:off x="3420536" y="3340881"/>
            <a:ext cx="2351100" cy="126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53" name="Google Shape;1053;p21"/>
          <p:cNvSpPr txBox="1">
            <a:spLocks noGrp="1"/>
          </p:cNvSpPr>
          <p:nvPr>
            <p:ph type="subTitle" idx="6"/>
          </p:nvPr>
        </p:nvSpPr>
        <p:spPr>
          <a:xfrm>
            <a:off x="6121046" y="3340881"/>
            <a:ext cx="2351100" cy="1267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54" name="Google Shape;1054;p21"/>
          <p:cNvSpPr txBox="1">
            <a:spLocks noGrp="1"/>
          </p:cNvSpPr>
          <p:nvPr>
            <p:ph type="subTitle" idx="7"/>
          </p:nvPr>
        </p:nvSpPr>
        <p:spPr>
          <a:xfrm>
            <a:off x="715100" y="1247625"/>
            <a:ext cx="2351100" cy="473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055" name="Google Shape;1055;p21"/>
          <p:cNvSpPr txBox="1">
            <a:spLocks noGrp="1"/>
          </p:cNvSpPr>
          <p:nvPr>
            <p:ph type="subTitle" idx="8"/>
          </p:nvPr>
        </p:nvSpPr>
        <p:spPr>
          <a:xfrm>
            <a:off x="3420538" y="1247625"/>
            <a:ext cx="2351100" cy="473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056" name="Google Shape;1056;p21"/>
          <p:cNvSpPr txBox="1">
            <a:spLocks noGrp="1"/>
          </p:cNvSpPr>
          <p:nvPr>
            <p:ph type="subTitle" idx="9"/>
          </p:nvPr>
        </p:nvSpPr>
        <p:spPr>
          <a:xfrm>
            <a:off x="6125975" y="1247625"/>
            <a:ext cx="2351100" cy="473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057" name="Google Shape;1057;p21"/>
          <p:cNvSpPr txBox="1">
            <a:spLocks noGrp="1"/>
          </p:cNvSpPr>
          <p:nvPr>
            <p:ph type="subTitle" idx="13"/>
          </p:nvPr>
        </p:nvSpPr>
        <p:spPr>
          <a:xfrm>
            <a:off x="715100" y="2934146"/>
            <a:ext cx="2351100" cy="473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058" name="Google Shape;1058;p21"/>
          <p:cNvSpPr txBox="1">
            <a:spLocks noGrp="1"/>
          </p:cNvSpPr>
          <p:nvPr>
            <p:ph type="subTitle" idx="14"/>
          </p:nvPr>
        </p:nvSpPr>
        <p:spPr>
          <a:xfrm>
            <a:off x="3420538" y="2934146"/>
            <a:ext cx="2351100" cy="473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sp>
        <p:nvSpPr>
          <p:cNvPr id="1059" name="Google Shape;1059;p21"/>
          <p:cNvSpPr txBox="1">
            <a:spLocks noGrp="1"/>
          </p:cNvSpPr>
          <p:nvPr>
            <p:ph type="subTitle" idx="15"/>
          </p:nvPr>
        </p:nvSpPr>
        <p:spPr>
          <a:xfrm>
            <a:off x="6125975" y="2934146"/>
            <a:ext cx="2351100" cy="473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drich"/>
              <a:buNone/>
              <a:defRPr sz="18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9pPr>
          </a:lstStyle>
          <a:p>
            <a:endParaRPr/>
          </a:p>
        </p:txBody>
      </p:sp>
      <p:grpSp>
        <p:nvGrpSpPr>
          <p:cNvPr id="1060" name="Google Shape;1060;p21"/>
          <p:cNvGrpSpPr/>
          <p:nvPr/>
        </p:nvGrpSpPr>
        <p:grpSpPr>
          <a:xfrm>
            <a:off x="-1065554" y="3844475"/>
            <a:ext cx="2031529" cy="3268579"/>
            <a:chOff x="-500554" y="3636325"/>
            <a:chExt cx="2031529" cy="3268579"/>
          </a:xfrm>
        </p:grpSpPr>
        <p:grpSp>
          <p:nvGrpSpPr>
            <p:cNvPr id="1061" name="Google Shape;1061;p21"/>
            <p:cNvGrpSpPr/>
            <p:nvPr/>
          </p:nvGrpSpPr>
          <p:grpSpPr>
            <a:xfrm rot="-5400000">
              <a:off x="-1283301" y="4624525"/>
              <a:ext cx="3063126" cy="1497633"/>
              <a:chOff x="2191675" y="4192425"/>
              <a:chExt cx="1929650" cy="943450"/>
            </a:xfrm>
          </p:grpSpPr>
          <p:sp>
            <p:nvSpPr>
              <p:cNvPr id="1062" name="Google Shape;1062;p21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Google Shape;1063;p21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Google Shape;1064;p21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Google Shape;1065;p21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Google Shape;1066;p21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Google Shape;1067;p21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Google Shape;1068;p21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Google Shape;1069;p21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21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Google Shape;1071;p21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Google Shape;1072;p21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Google Shape;1073;p21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21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Google Shape;1075;p21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21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Google Shape;1077;p21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Google Shape;1078;p21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21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21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Google Shape;1081;p21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21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Google Shape;1083;p21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Google Shape;1084;p21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21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Google Shape;1086;p21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Google Shape;1087;p21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Google Shape;1088;p21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Google Shape;1089;p21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Google Shape;1090;p21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Google Shape;1091;p21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Google Shape;1092;p21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Google Shape;1093;p21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21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Google Shape;1095;p21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Google Shape;1096;p21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Google Shape;1097;p21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Google Shape;1098;p21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Google Shape;1099;p21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Google Shape;1100;p21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Google Shape;1101;p21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Google Shape;1102;p21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21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104" name="Google Shape;1104;p2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353625" y="41243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5" name="Google Shape;1105;p2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180275" y="36363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6" name="Google Shape;1106;p21"/>
          <p:cNvGrpSpPr/>
          <p:nvPr/>
        </p:nvGrpSpPr>
        <p:grpSpPr>
          <a:xfrm>
            <a:off x="7590775" y="-1910625"/>
            <a:ext cx="2155267" cy="3391905"/>
            <a:chOff x="7590775" y="-1910625"/>
            <a:chExt cx="2155267" cy="3391905"/>
          </a:xfrm>
        </p:grpSpPr>
        <p:grpSp>
          <p:nvGrpSpPr>
            <p:cNvPr id="1107" name="Google Shape;1107;p21"/>
            <p:cNvGrpSpPr/>
            <p:nvPr/>
          </p:nvGrpSpPr>
          <p:grpSpPr>
            <a:xfrm rot="-5400000">
              <a:off x="7339390" y="-1084534"/>
              <a:ext cx="3232743" cy="1580562"/>
              <a:chOff x="2191675" y="4192425"/>
              <a:chExt cx="1929650" cy="943450"/>
            </a:xfrm>
          </p:grpSpPr>
          <p:sp>
            <p:nvSpPr>
              <p:cNvPr id="1108" name="Google Shape;1108;p21"/>
              <p:cNvSpPr/>
              <p:nvPr/>
            </p:nvSpPr>
            <p:spPr>
              <a:xfrm>
                <a:off x="3010325" y="4489875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Google Shape;1109;p21"/>
              <p:cNvSpPr/>
              <p:nvPr/>
            </p:nvSpPr>
            <p:spPr>
              <a:xfrm>
                <a:off x="2475650" y="4495025"/>
                <a:ext cx="359650" cy="1390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1" extrusionOk="0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21"/>
              <p:cNvSpPr/>
              <p:nvPr/>
            </p:nvSpPr>
            <p:spPr>
              <a:xfrm>
                <a:off x="2605950" y="4534625"/>
                <a:ext cx="1219125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8765" h="18410" extrusionOk="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Google Shape;1111;p21"/>
              <p:cNvSpPr/>
              <p:nvPr/>
            </p:nvSpPr>
            <p:spPr>
              <a:xfrm>
                <a:off x="2722000" y="4631650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Google Shape;1112;p21"/>
              <p:cNvSpPr/>
              <p:nvPr/>
            </p:nvSpPr>
            <p:spPr>
              <a:xfrm>
                <a:off x="2660600" y="4648300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Google Shape;1113;p21"/>
              <p:cNvSpPr/>
              <p:nvPr/>
            </p:nvSpPr>
            <p:spPr>
              <a:xfrm>
                <a:off x="2990525" y="4905725"/>
                <a:ext cx="5335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41" h="7701" extrusionOk="0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Google Shape;1114;p21"/>
              <p:cNvSpPr/>
              <p:nvPr/>
            </p:nvSpPr>
            <p:spPr>
              <a:xfrm>
                <a:off x="3253125" y="4895825"/>
                <a:ext cx="692725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709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Google Shape;1115;p21"/>
              <p:cNvSpPr/>
              <p:nvPr/>
            </p:nvSpPr>
            <p:spPr>
              <a:xfrm>
                <a:off x="2990125" y="445185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Google Shape;1116;p21"/>
              <p:cNvSpPr/>
              <p:nvPr/>
            </p:nvSpPr>
            <p:spPr>
              <a:xfrm>
                <a:off x="2430900" y="4535825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Google Shape;1117;p21"/>
              <p:cNvSpPr/>
              <p:nvPr/>
            </p:nvSpPr>
            <p:spPr>
              <a:xfrm>
                <a:off x="3846425" y="49370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Google Shape;1118;p21"/>
              <p:cNvSpPr/>
              <p:nvPr/>
            </p:nvSpPr>
            <p:spPr>
              <a:xfrm>
                <a:off x="3227775" y="487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Google Shape;1119;p21"/>
              <p:cNvSpPr/>
              <p:nvPr/>
            </p:nvSpPr>
            <p:spPr>
              <a:xfrm>
                <a:off x="3514925" y="50895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Google Shape;1120;p21"/>
              <p:cNvSpPr/>
              <p:nvPr/>
            </p:nvSpPr>
            <p:spPr>
              <a:xfrm>
                <a:off x="2891125" y="468947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Google Shape;1121;p21"/>
              <p:cNvSpPr/>
              <p:nvPr/>
            </p:nvSpPr>
            <p:spPr>
              <a:xfrm>
                <a:off x="2816650" y="461027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Google Shape;1122;p21"/>
              <p:cNvSpPr/>
              <p:nvPr/>
            </p:nvSpPr>
            <p:spPr>
              <a:xfrm>
                <a:off x="2556850" y="45433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Google Shape;1123;p21"/>
              <p:cNvSpPr/>
              <p:nvPr/>
            </p:nvSpPr>
            <p:spPr>
              <a:xfrm>
                <a:off x="2611500" y="4627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Google Shape;1124;p21"/>
              <p:cNvSpPr/>
              <p:nvPr/>
            </p:nvSpPr>
            <p:spPr>
              <a:xfrm>
                <a:off x="2685550" y="45881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Google Shape;1125;p21"/>
              <p:cNvSpPr/>
              <p:nvPr/>
            </p:nvSpPr>
            <p:spPr>
              <a:xfrm>
                <a:off x="3150925" y="49493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Google Shape;1126;p21"/>
              <p:cNvSpPr/>
              <p:nvPr/>
            </p:nvSpPr>
            <p:spPr>
              <a:xfrm>
                <a:off x="4069800" y="50063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Google Shape;1127;p21"/>
              <p:cNvSpPr/>
              <p:nvPr/>
            </p:nvSpPr>
            <p:spPr>
              <a:xfrm>
                <a:off x="3942675" y="50408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Google Shape;1128;p21"/>
              <p:cNvSpPr/>
              <p:nvPr/>
            </p:nvSpPr>
            <p:spPr>
              <a:xfrm>
                <a:off x="3877325" y="48435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Google Shape;1129;p21"/>
              <p:cNvSpPr/>
              <p:nvPr/>
            </p:nvSpPr>
            <p:spPr>
              <a:xfrm>
                <a:off x="2432875" y="4392825"/>
                <a:ext cx="8697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791" h="17824" extrusionOk="0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Google Shape;1130;p21"/>
              <p:cNvSpPr/>
              <p:nvPr/>
            </p:nvSpPr>
            <p:spPr>
              <a:xfrm>
                <a:off x="3477700" y="4694250"/>
                <a:ext cx="359650" cy="139425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7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Google Shape;1131;p21"/>
              <p:cNvSpPr/>
              <p:nvPr/>
            </p:nvSpPr>
            <p:spPr>
              <a:xfrm>
                <a:off x="2488325" y="4333425"/>
                <a:ext cx="1218700" cy="460650"/>
              </a:xfrm>
              <a:custGeom>
                <a:avLst/>
                <a:gdLst/>
                <a:ahLst/>
                <a:cxnLst/>
                <a:rect l="l" t="t" r="r" b="b"/>
                <a:pathLst>
                  <a:path w="48748" h="18426" extrusionOk="0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Google Shape;1132;p21"/>
              <p:cNvSpPr/>
              <p:nvPr/>
            </p:nvSpPr>
            <p:spPr>
              <a:xfrm>
                <a:off x="2445950" y="4313625"/>
                <a:ext cx="11446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786" h="15336" extrusionOk="0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Google Shape;1133;p21"/>
              <p:cNvSpPr/>
              <p:nvPr/>
            </p:nvSpPr>
            <p:spPr>
              <a:xfrm>
                <a:off x="2240775" y="4293825"/>
                <a:ext cx="1412000" cy="386175"/>
              </a:xfrm>
              <a:custGeom>
                <a:avLst/>
                <a:gdLst/>
                <a:ahLst/>
                <a:cxnLst/>
                <a:rect l="l" t="t" r="r" b="b"/>
                <a:pathLst>
                  <a:path w="56480" h="15447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Google Shape;1134;p21"/>
              <p:cNvSpPr/>
              <p:nvPr/>
            </p:nvSpPr>
            <p:spPr>
              <a:xfrm>
                <a:off x="2789325" y="4230050"/>
                <a:ext cx="532725" cy="192525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1" extrusionOk="0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Google Shape;1135;p21"/>
              <p:cNvSpPr/>
              <p:nvPr/>
            </p:nvSpPr>
            <p:spPr>
              <a:xfrm>
                <a:off x="2367525" y="4264100"/>
                <a:ext cx="692350" cy="168375"/>
              </a:xfrm>
              <a:custGeom>
                <a:avLst/>
                <a:gdLst/>
                <a:ahLst/>
                <a:cxnLst/>
                <a:rect l="l" t="t" r="r" b="b"/>
                <a:pathLst>
                  <a:path w="27694" h="6735" extrusionOk="0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Google Shape;1136;p21"/>
              <p:cNvSpPr/>
              <p:nvPr/>
            </p:nvSpPr>
            <p:spPr>
              <a:xfrm>
                <a:off x="3275700" y="48301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Google Shape;1137;p21"/>
              <p:cNvSpPr/>
              <p:nvPr/>
            </p:nvSpPr>
            <p:spPr>
              <a:xfrm>
                <a:off x="3835325" y="474572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Google Shape;1138;p21"/>
              <p:cNvSpPr/>
              <p:nvPr/>
            </p:nvSpPr>
            <p:spPr>
              <a:xfrm>
                <a:off x="2419400" y="43449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Google Shape;1139;p21"/>
              <p:cNvSpPr/>
              <p:nvPr/>
            </p:nvSpPr>
            <p:spPr>
              <a:xfrm>
                <a:off x="3038050" y="44043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Google Shape;1140;p21"/>
              <p:cNvSpPr/>
              <p:nvPr/>
            </p:nvSpPr>
            <p:spPr>
              <a:xfrm>
                <a:off x="2750925" y="4192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Google Shape;1141;p21"/>
              <p:cNvSpPr/>
              <p:nvPr/>
            </p:nvSpPr>
            <p:spPr>
              <a:xfrm>
                <a:off x="3374725" y="45924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Google Shape;1142;p21"/>
              <p:cNvSpPr/>
              <p:nvPr/>
            </p:nvSpPr>
            <p:spPr>
              <a:xfrm>
                <a:off x="3449175" y="46716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Google Shape;1143;p21"/>
              <p:cNvSpPr/>
              <p:nvPr/>
            </p:nvSpPr>
            <p:spPr>
              <a:xfrm>
                <a:off x="3704250" y="4733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Google Shape;1144;p21"/>
              <p:cNvSpPr/>
              <p:nvPr/>
            </p:nvSpPr>
            <p:spPr>
              <a:xfrm>
                <a:off x="3649575" y="46490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Google Shape;1145;p21"/>
              <p:cNvSpPr/>
              <p:nvPr/>
            </p:nvSpPr>
            <p:spPr>
              <a:xfrm>
                <a:off x="3575525" y="4688700"/>
                <a:ext cx="51500" cy="519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6" extrusionOk="0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Google Shape;1146;p21"/>
              <p:cNvSpPr/>
              <p:nvPr/>
            </p:nvSpPr>
            <p:spPr>
              <a:xfrm>
                <a:off x="3110150" y="43274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21"/>
              <p:cNvSpPr/>
              <p:nvPr/>
            </p:nvSpPr>
            <p:spPr>
              <a:xfrm>
                <a:off x="2191675" y="42704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21"/>
              <p:cNvSpPr/>
              <p:nvPr/>
            </p:nvSpPr>
            <p:spPr>
              <a:xfrm>
                <a:off x="2318400" y="42360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Google Shape;1149;p21"/>
              <p:cNvSpPr/>
              <p:nvPr/>
            </p:nvSpPr>
            <p:spPr>
              <a:xfrm>
                <a:off x="2383750" y="443322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150" name="Google Shape;1150;p2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590775" y="-1968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1" name="Google Shape;1151;p21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165475" y="30393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2" name="Google Shape;1282;p2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83" name="Google Shape;1283;p24"/>
          <p:cNvGrpSpPr/>
          <p:nvPr/>
        </p:nvGrpSpPr>
        <p:grpSpPr>
          <a:xfrm>
            <a:off x="66900" y="3058850"/>
            <a:ext cx="1768875" cy="3126028"/>
            <a:chOff x="66900" y="3058850"/>
            <a:chExt cx="1768875" cy="3126028"/>
          </a:xfrm>
        </p:grpSpPr>
        <p:grpSp>
          <p:nvGrpSpPr>
            <p:cNvPr id="1284" name="Google Shape;1284;p24"/>
            <p:cNvGrpSpPr/>
            <p:nvPr/>
          </p:nvGrpSpPr>
          <p:grpSpPr>
            <a:xfrm>
              <a:off x="256564" y="3613234"/>
              <a:ext cx="1041216" cy="2571644"/>
              <a:chOff x="4709050" y="974800"/>
              <a:chExt cx="684425" cy="1690425"/>
            </a:xfrm>
          </p:grpSpPr>
          <p:sp>
            <p:nvSpPr>
              <p:cNvPr id="1285" name="Google Shape;1285;p24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Google Shape;1286;p24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Google Shape;1287;p24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Google Shape;1288;p24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Google Shape;1289;p24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Google Shape;1290;p24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Google Shape;1291;p24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Google Shape;1292;p24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Google Shape;1293;p24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Google Shape;1294;p24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Google Shape;1295;p24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24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24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Google Shape;1298;p24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Google Shape;1299;p24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Google Shape;1300;p24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Google Shape;1301;p24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Google Shape;1302;p24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Google Shape;1303;p24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Google Shape;1304;p24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Google Shape;1305;p24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306" name="Google Shape;1306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54350" y="30588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7" name="Google Shape;1307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58425" y="38840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8" name="Google Shape;1308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66900" y="43103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09" name="Google Shape;1309;p24"/>
          <p:cNvGrpSpPr/>
          <p:nvPr/>
        </p:nvGrpSpPr>
        <p:grpSpPr>
          <a:xfrm>
            <a:off x="7107050" y="-104675"/>
            <a:ext cx="3494801" cy="2499245"/>
            <a:chOff x="7107050" y="-104675"/>
            <a:chExt cx="3494801" cy="2499245"/>
          </a:xfrm>
        </p:grpSpPr>
        <p:grpSp>
          <p:nvGrpSpPr>
            <p:cNvPr id="1310" name="Google Shape;1310;p24"/>
            <p:cNvGrpSpPr/>
            <p:nvPr/>
          </p:nvGrpSpPr>
          <p:grpSpPr>
            <a:xfrm>
              <a:off x="7467304" y="268423"/>
              <a:ext cx="3134546" cy="2126147"/>
              <a:chOff x="2280775" y="570800"/>
              <a:chExt cx="1702725" cy="1154950"/>
            </a:xfrm>
          </p:grpSpPr>
          <p:sp>
            <p:nvSpPr>
              <p:cNvPr id="1311" name="Google Shape;1311;p24"/>
              <p:cNvSpPr/>
              <p:nvPr/>
            </p:nvSpPr>
            <p:spPr>
              <a:xfrm>
                <a:off x="2562775" y="1179175"/>
                <a:ext cx="1420725" cy="546575"/>
              </a:xfrm>
              <a:custGeom>
                <a:avLst/>
                <a:gdLst/>
                <a:ahLst/>
                <a:cxnLst/>
                <a:rect l="l" t="t" r="r" b="b"/>
                <a:pathLst>
                  <a:path w="56829" h="21863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Google Shape;1312;p24"/>
              <p:cNvSpPr/>
              <p:nvPr/>
            </p:nvSpPr>
            <p:spPr>
              <a:xfrm>
                <a:off x="2385350" y="1087275"/>
                <a:ext cx="1598150" cy="574325"/>
              </a:xfrm>
              <a:custGeom>
                <a:avLst/>
                <a:gdLst/>
                <a:ahLst/>
                <a:cxnLst/>
                <a:rect l="l" t="t" r="r" b="b"/>
                <a:pathLst>
                  <a:path w="63926" h="22973" extrusionOk="0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Google Shape;1313;p24"/>
              <p:cNvSpPr/>
              <p:nvPr/>
            </p:nvSpPr>
            <p:spPr>
              <a:xfrm>
                <a:off x="2329900" y="1057575"/>
                <a:ext cx="1653600" cy="579075"/>
              </a:xfrm>
              <a:custGeom>
                <a:avLst/>
                <a:gdLst/>
                <a:ahLst/>
                <a:cxnLst/>
                <a:rect l="l" t="t" r="r" b="b"/>
                <a:pathLst>
                  <a:path w="66144" h="23163" extrusionOk="0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Google Shape;1314;p24"/>
              <p:cNvSpPr/>
              <p:nvPr/>
            </p:nvSpPr>
            <p:spPr>
              <a:xfrm>
                <a:off x="2547725" y="1017975"/>
                <a:ext cx="1435775" cy="598875"/>
              </a:xfrm>
              <a:custGeom>
                <a:avLst/>
                <a:gdLst/>
                <a:ahLst/>
                <a:cxnLst/>
                <a:rect l="l" t="t" r="r" b="b"/>
                <a:pathLst>
                  <a:path w="57431" h="23955" extrusionOk="0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Google Shape;1315;p24"/>
              <p:cNvSpPr/>
              <p:nvPr/>
            </p:nvSpPr>
            <p:spPr>
              <a:xfrm>
                <a:off x="2442775" y="978350"/>
                <a:ext cx="1540725" cy="613925"/>
              </a:xfrm>
              <a:custGeom>
                <a:avLst/>
                <a:gdLst/>
                <a:ahLst/>
                <a:cxnLst/>
                <a:rect l="l" t="t" r="r" b="b"/>
                <a:pathLst>
                  <a:path w="61629" h="24557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Google Shape;1316;p24"/>
              <p:cNvSpPr/>
              <p:nvPr/>
            </p:nvSpPr>
            <p:spPr>
              <a:xfrm>
                <a:off x="2676850" y="934800"/>
                <a:ext cx="1306650" cy="637675"/>
              </a:xfrm>
              <a:custGeom>
                <a:avLst/>
                <a:gdLst/>
                <a:ahLst/>
                <a:cxnLst/>
                <a:rect l="l" t="t" r="r" b="b"/>
                <a:pathLst>
                  <a:path w="52266" h="2550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Google Shape;1317;p24"/>
              <p:cNvSpPr/>
              <p:nvPr/>
            </p:nvSpPr>
            <p:spPr>
              <a:xfrm>
                <a:off x="2508525" y="824675"/>
                <a:ext cx="1474975" cy="722850"/>
              </a:xfrm>
              <a:custGeom>
                <a:avLst/>
                <a:gdLst/>
                <a:ahLst/>
                <a:cxnLst/>
                <a:rect l="l" t="t" r="r" b="b"/>
                <a:pathLst>
                  <a:path w="58999" h="28914" extrusionOk="0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Google Shape;1318;p24"/>
              <p:cNvSpPr/>
              <p:nvPr/>
            </p:nvSpPr>
            <p:spPr>
              <a:xfrm>
                <a:off x="2413850" y="804875"/>
                <a:ext cx="1569650" cy="718100"/>
              </a:xfrm>
              <a:custGeom>
                <a:avLst/>
                <a:gdLst/>
                <a:ahLst/>
                <a:cxnLst/>
                <a:rect l="l" t="t" r="r" b="b"/>
                <a:pathLst>
                  <a:path w="62786" h="28724" extrusionOk="0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Google Shape;1319;p24"/>
              <p:cNvSpPr/>
              <p:nvPr/>
            </p:nvSpPr>
            <p:spPr>
              <a:xfrm>
                <a:off x="2946975" y="1316600"/>
                <a:ext cx="1036525" cy="166775"/>
              </a:xfrm>
              <a:custGeom>
                <a:avLst/>
                <a:gdLst/>
                <a:ahLst/>
                <a:cxnLst/>
                <a:rect l="l" t="t" r="r" b="b"/>
                <a:pathLst>
                  <a:path w="41461" h="6671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Google Shape;1320;p24"/>
              <p:cNvSpPr/>
              <p:nvPr/>
            </p:nvSpPr>
            <p:spPr>
              <a:xfrm>
                <a:off x="2770325" y="666250"/>
                <a:ext cx="1213175" cy="752550"/>
              </a:xfrm>
              <a:custGeom>
                <a:avLst/>
                <a:gdLst/>
                <a:ahLst/>
                <a:cxnLst/>
                <a:rect l="l" t="t" r="r" b="b"/>
                <a:pathLst>
                  <a:path w="48527" h="30102" extrusionOk="0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Google Shape;1321;p24"/>
              <p:cNvSpPr/>
              <p:nvPr/>
            </p:nvSpPr>
            <p:spPr>
              <a:xfrm>
                <a:off x="2864575" y="798150"/>
                <a:ext cx="1118925" cy="606000"/>
              </a:xfrm>
              <a:custGeom>
                <a:avLst/>
                <a:gdLst/>
                <a:ahLst/>
                <a:cxnLst/>
                <a:rect l="l" t="t" r="r" b="b"/>
                <a:pathLst>
                  <a:path w="44757" h="24240" extrusionOk="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Google Shape;1322;p24"/>
              <p:cNvSpPr/>
              <p:nvPr/>
            </p:nvSpPr>
            <p:spPr>
              <a:xfrm>
                <a:off x="2857050" y="695175"/>
                <a:ext cx="1126450" cy="684025"/>
              </a:xfrm>
              <a:custGeom>
                <a:avLst/>
                <a:gdLst/>
                <a:ahLst/>
                <a:cxnLst/>
                <a:rect l="l" t="t" r="r" b="b"/>
                <a:pathLst>
                  <a:path w="45058" h="27361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Google Shape;1323;p24"/>
              <p:cNvSpPr/>
              <p:nvPr/>
            </p:nvSpPr>
            <p:spPr>
              <a:xfrm>
                <a:off x="2567525" y="596950"/>
                <a:ext cx="1415975" cy="728000"/>
              </a:xfrm>
              <a:custGeom>
                <a:avLst/>
                <a:gdLst/>
                <a:ahLst/>
                <a:cxnLst/>
                <a:rect l="l" t="t" r="r" b="b"/>
                <a:pathLst>
                  <a:path w="56639" h="29120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Google Shape;1324;p24"/>
              <p:cNvSpPr/>
              <p:nvPr/>
            </p:nvSpPr>
            <p:spPr>
              <a:xfrm>
                <a:off x="2357225" y="11233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Google Shape;1325;p24"/>
              <p:cNvSpPr/>
              <p:nvPr/>
            </p:nvSpPr>
            <p:spPr>
              <a:xfrm>
                <a:off x="2748525" y="633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Google Shape;1326;p24"/>
              <p:cNvSpPr/>
              <p:nvPr/>
            </p:nvSpPr>
            <p:spPr>
              <a:xfrm>
                <a:off x="2842800" y="6829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Google Shape;1327;p24"/>
              <p:cNvSpPr/>
              <p:nvPr/>
            </p:nvSpPr>
            <p:spPr>
              <a:xfrm>
                <a:off x="2530700" y="11482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Google Shape;1328;p24"/>
              <p:cNvSpPr/>
              <p:nvPr/>
            </p:nvSpPr>
            <p:spPr>
              <a:xfrm>
                <a:off x="2916875" y="12869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Google Shape;1329;p24"/>
              <p:cNvSpPr/>
              <p:nvPr/>
            </p:nvSpPr>
            <p:spPr>
              <a:xfrm>
                <a:off x="2280775" y="10314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Google Shape;1330;p24"/>
              <p:cNvSpPr/>
              <p:nvPr/>
            </p:nvSpPr>
            <p:spPr>
              <a:xfrm>
                <a:off x="2364750" y="842900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Google Shape;1331;p24"/>
              <p:cNvSpPr/>
              <p:nvPr/>
            </p:nvSpPr>
            <p:spPr>
              <a:xfrm>
                <a:off x="2468925" y="902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24"/>
              <p:cNvSpPr/>
              <p:nvPr/>
            </p:nvSpPr>
            <p:spPr>
              <a:xfrm>
                <a:off x="2637250" y="892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24"/>
              <p:cNvSpPr/>
              <p:nvPr/>
            </p:nvSpPr>
            <p:spPr>
              <a:xfrm>
                <a:off x="2394450" y="9522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24"/>
              <p:cNvSpPr/>
              <p:nvPr/>
            </p:nvSpPr>
            <p:spPr>
              <a:xfrm>
                <a:off x="2498625" y="99182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24"/>
              <p:cNvSpPr/>
              <p:nvPr/>
            </p:nvSpPr>
            <p:spPr>
              <a:xfrm>
                <a:off x="2840025" y="7490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24"/>
              <p:cNvSpPr/>
              <p:nvPr/>
            </p:nvSpPr>
            <p:spPr>
              <a:xfrm>
                <a:off x="2518425" y="570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337" name="Google Shape;1337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107050" y="742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8" name="Google Shape;1338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803050" y="-1046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39" name="Google Shape;1339;p24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100400" y="10726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1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1" name="Google Shape;1341;p25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9144002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42" name="Google Shape;1342;p25"/>
          <p:cNvGrpSpPr/>
          <p:nvPr/>
        </p:nvGrpSpPr>
        <p:grpSpPr>
          <a:xfrm>
            <a:off x="-1684333" y="361707"/>
            <a:ext cx="3460658" cy="1726043"/>
            <a:chOff x="-1684333" y="361707"/>
            <a:chExt cx="3460658" cy="1726043"/>
          </a:xfrm>
        </p:grpSpPr>
        <p:grpSp>
          <p:nvGrpSpPr>
            <p:cNvPr id="1343" name="Google Shape;1343;p25"/>
            <p:cNvGrpSpPr/>
            <p:nvPr/>
          </p:nvGrpSpPr>
          <p:grpSpPr>
            <a:xfrm>
              <a:off x="-1684333" y="361707"/>
              <a:ext cx="2907181" cy="1177348"/>
              <a:chOff x="2442775" y="3274750"/>
              <a:chExt cx="1690025" cy="684425"/>
            </a:xfrm>
          </p:grpSpPr>
          <p:sp>
            <p:nvSpPr>
              <p:cNvPr id="1344" name="Google Shape;1344;p25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25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25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25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25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25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25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25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25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25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25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25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25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25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25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25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25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25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Google Shape;1362;p25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Google Shape;1363;p25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Google Shape;1364;p25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365" name="Google Shape;1365;p2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98975" y="7765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66" name="Google Shape;1366;p2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-367450" y="9104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67" name="Google Shape;1367;p25"/>
          <p:cNvGrpSpPr/>
          <p:nvPr/>
        </p:nvGrpSpPr>
        <p:grpSpPr>
          <a:xfrm>
            <a:off x="7352875" y="3702559"/>
            <a:ext cx="3991212" cy="1778866"/>
            <a:chOff x="7352875" y="3702559"/>
            <a:chExt cx="3991212" cy="1778866"/>
          </a:xfrm>
        </p:grpSpPr>
        <p:grpSp>
          <p:nvGrpSpPr>
            <p:cNvPr id="1368" name="Google Shape;1368;p25"/>
            <p:cNvGrpSpPr/>
            <p:nvPr/>
          </p:nvGrpSpPr>
          <p:grpSpPr>
            <a:xfrm>
              <a:off x="7802532" y="3702559"/>
              <a:ext cx="3541556" cy="1323917"/>
              <a:chOff x="2133050" y="2071900"/>
              <a:chExt cx="2132825" cy="797300"/>
            </a:xfrm>
          </p:grpSpPr>
          <p:sp>
            <p:nvSpPr>
              <p:cNvPr id="1369" name="Google Shape;1369;p25"/>
              <p:cNvSpPr/>
              <p:nvPr/>
            </p:nvSpPr>
            <p:spPr>
              <a:xfrm>
                <a:off x="2270875" y="2219625"/>
                <a:ext cx="747000" cy="267375"/>
              </a:xfrm>
              <a:custGeom>
                <a:avLst/>
                <a:gdLst/>
                <a:ahLst/>
                <a:cxnLst/>
                <a:rect l="l" t="t" r="r" b="b"/>
                <a:pathLst>
                  <a:path w="29880" h="10695" extrusionOk="0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Google Shape;1370;p25"/>
              <p:cNvSpPr/>
              <p:nvPr/>
            </p:nvSpPr>
            <p:spPr>
              <a:xfrm>
                <a:off x="2182175" y="2199825"/>
                <a:ext cx="1311375" cy="282025"/>
              </a:xfrm>
              <a:custGeom>
                <a:avLst/>
                <a:gdLst/>
                <a:ahLst/>
                <a:cxnLst/>
                <a:rect l="l" t="t" r="r" b="b"/>
                <a:pathLst>
                  <a:path w="52455" h="11281" extrusionOk="0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Google Shape;1371;p25"/>
              <p:cNvSpPr/>
              <p:nvPr/>
            </p:nvSpPr>
            <p:spPr>
              <a:xfrm>
                <a:off x="3182625" y="2105550"/>
                <a:ext cx="901850" cy="61825"/>
              </a:xfrm>
              <a:custGeom>
                <a:avLst/>
                <a:gdLst/>
                <a:ahLst/>
                <a:cxnLst/>
                <a:rect l="l" t="t" r="r" b="b"/>
                <a:pathLst>
                  <a:path w="36074" h="2473" extrusionOk="0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Google Shape;1372;p25"/>
              <p:cNvSpPr/>
              <p:nvPr/>
            </p:nvSpPr>
            <p:spPr>
              <a:xfrm>
                <a:off x="3306975" y="2135275"/>
                <a:ext cx="934350" cy="79225"/>
              </a:xfrm>
              <a:custGeom>
                <a:avLst/>
                <a:gdLst/>
                <a:ahLst/>
                <a:cxnLst/>
                <a:rect l="l" t="t" r="r" b="b"/>
                <a:pathLst>
                  <a:path w="37374" h="3169" extrusionOk="0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Google Shape;1373;p25"/>
              <p:cNvSpPr/>
              <p:nvPr/>
            </p:nvSpPr>
            <p:spPr>
              <a:xfrm>
                <a:off x="2627350" y="2303600"/>
                <a:ext cx="1638525" cy="516475"/>
              </a:xfrm>
              <a:custGeom>
                <a:avLst/>
                <a:gdLst/>
                <a:ahLst/>
                <a:cxnLst/>
                <a:rect l="l" t="t" r="r" b="b"/>
                <a:pathLst>
                  <a:path w="65541" h="20659" extrusionOk="0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Google Shape;1374;p25"/>
              <p:cNvSpPr/>
              <p:nvPr/>
            </p:nvSpPr>
            <p:spPr>
              <a:xfrm>
                <a:off x="2216225" y="2328550"/>
                <a:ext cx="1225450" cy="460250"/>
              </a:xfrm>
              <a:custGeom>
                <a:avLst/>
                <a:gdLst/>
                <a:ahLst/>
                <a:cxnLst/>
                <a:rect l="l" t="t" r="r" b="b"/>
                <a:pathLst>
                  <a:path w="49018" h="18410" extrusionOk="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Google Shape;1375;p25"/>
              <p:cNvSpPr/>
              <p:nvPr/>
            </p:nvSpPr>
            <p:spPr>
              <a:xfrm>
                <a:off x="2338600" y="2308750"/>
                <a:ext cx="1145850" cy="383400"/>
              </a:xfrm>
              <a:custGeom>
                <a:avLst/>
                <a:gdLst/>
                <a:ahLst/>
                <a:cxnLst/>
                <a:rect l="l" t="t" r="r" b="b"/>
                <a:pathLst>
                  <a:path w="45834" h="15336" extrusionOk="0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Google Shape;1376;p25"/>
              <p:cNvSpPr/>
              <p:nvPr/>
            </p:nvSpPr>
            <p:spPr>
              <a:xfrm>
                <a:off x="2270875" y="2288925"/>
                <a:ext cx="1995000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79800" h="15448" extrusionOk="0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Google Shape;1377;p25"/>
              <p:cNvSpPr/>
              <p:nvPr/>
            </p:nvSpPr>
            <p:spPr>
              <a:xfrm>
                <a:off x="2607925" y="2239425"/>
                <a:ext cx="850775" cy="188150"/>
              </a:xfrm>
              <a:custGeom>
                <a:avLst/>
                <a:gdLst/>
                <a:ahLst/>
                <a:cxnLst/>
                <a:rect l="l" t="t" r="r" b="b"/>
                <a:pathLst>
                  <a:path w="34031" h="7526" extrusionOk="0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Google Shape;1378;p25"/>
              <p:cNvSpPr/>
              <p:nvPr/>
            </p:nvSpPr>
            <p:spPr>
              <a:xfrm>
                <a:off x="2686750" y="2749175"/>
                <a:ext cx="134675" cy="49125"/>
              </a:xfrm>
              <a:custGeom>
                <a:avLst/>
                <a:gdLst/>
                <a:ahLst/>
                <a:cxnLst/>
                <a:rect l="l" t="t" r="r" b="b"/>
                <a:pathLst>
                  <a:path w="5387" h="1965" extrusionOk="0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Google Shape;1379;p25"/>
              <p:cNvSpPr/>
              <p:nvPr/>
            </p:nvSpPr>
            <p:spPr>
              <a:xfrm>
                <a:off x="3467400" y="217645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Google Shape;1380;p25"/>
              <p:cNvSpPr/>
              <p:nvPr/>
            </p:nvSpPr>
            <p:spPr>
              <a:xfrm>
                <a:off x="2234450" y="2646575"/>
                <a:ext cx="46750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1" extrusionOk="0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Google Shape;1381;p25"/>
              <p:cNvSpPr/>
              <p:nvPr/>
            </p:nvSpPr>
            <p:spPr>
              <a:xfrm>
                <a:off x="2175025" y="2735700"/>
                <a:ext cx="467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0" extrusionOk="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Google Shape;1382;p25"/>
              <p:cNvSpPr/>
              <p:nvPr/>
            </p:nvSpPr>
            <p:spPr>
              <a:xfrm>
                <a:off x="2502175" y="2587175"/>
                <a:ext cx="46375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70" extrusionOk="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Google Shape;1383;p25"/>
              <p:cNvSpPr/>
              <p:nvPr/>
            </p:nvSpPr>
            <p:spPr>
              <a:xfrm>
                <a:off x="2774275" y="2309925"/>
                <a:ext cx="46775" cy="467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71" extrusionOk="0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Google Shape;1384;p25"/>
              <p:cNvSpPr/>
              <p:nvPr/>
            </p:nvSpPr>
            <p:spPr>
              <a:xfrm>
                <a:off x="2803975" y="2780450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Google Shape;1385;p25"/>
              <p:cNvSpPr/>
              <p:nvPr/>
            </p:nvSpPr>
            <p:spPr>
              <a:xfrm>
                <a:off x="3462250" y="233487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Google Shape;1386;p25"/>
              <p:cNvSpPr/>
              <p:nvPr/>
            </p:nvSpPr>
            <p:spPr>
              <a:xfrm>
                <a:off x="3165600" y="2141600"/>
                <a:ext cx="463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70" extrusionOk="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Google Shape;1387;p25"/>
              <p:cNvSpPr/>
              <p:nvPr/>
            </p:nvSpPr>
            <p:spPr>
              <a:xfrm>
                <a:off x="2843600" y="24042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Google Shape;1388;p25"/>
              <p:cNvSpPr/>
              <p:nvPr/>
            </p:nvSpPr>
            <p:spPr>
              <a:xfrm>
                <a:off x="2249500" y="2483400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Google Shape;1389;p25"/>
              <p:cNvSpPr/>
              <p:nvPr/>
            </p:nvSpPr>
            <p:spPr>
              <a:xfrm>
                <a:off x="2864575" y="2111500"/>
                <a:ext cx="217075" cy="25375"/>
              </a:xfrm>
              <a:custGeom>
                <a:avLst/>
                <a:gdLst/>
                <a:ahLst/>
                <a:cxnLst/>
                <a:rect l="l" t="t" r="r" b="b"/>
                <a:pathLst>
                  <a:path w="8683" h="1015" extrusionOk="0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Google Shape;1390;p25"/>
              <p:cNvSpPr/>
              <p:nvPr/>
            </p:nvSpPr>
            <p:spPr>
              <a:xfrm>
                <a:off x="3067775" y="20790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Google Shape;1391;p25"/>
              <p:cNvSpPr/>
              <p:nvPr/>
            </p:nvSpPr>
            <p:spPr>
              <a:xfrm>
                <a:off x="2827750" y="207190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Google Shape;1392;p25"/>
              <p:cNvSpPr/>
              <p:nvPr/>
            </p:nvSpPr>
            <p:spPr>
              <a:xfrm>
                <a:off x="3261825" y="21194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Google Shape;1393;p25"/>
              <p:cNvSpPr/>
              <p:nvPr/>
            </p:nvSpPr>
            <p:spPr>
              <a:xfrm>
                <a:off x="3004400" y="2223575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Google Shape;1394;p25"/>
              <p:cNvSpPr/>
              <p:nvPr/>
            </p:nvSpPr>
            <p:spPr>
              <a:xfrm>
                <a:off x="2301375" y="26838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Google Shape;1395;p25"/>
              <p:cNvSpPr/>
              <p:nvPr/>
            </p:nvSpPr>
            <p:spPr>
              <a:xfrm>
                <a:off x="2133050" y="245607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Google Shape;1396;p25"/>
              <p:cNvSpPr/>
              <p:nvPr/>
            </p:nvSpPr>
            <p:spPr>
              <a:xfrm>
                <a:off x="2603575" y="2817275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Google Shape;1397;p25"/>
              <p:cNvSpPr/>
              <p:nvPr/>
            </p:nvSpPr>
            <p:spPr>
              <a:xfrm>
                <a:off x="2647925" y="27828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Google Shape;1398;p25"/>
              <p:cNvSpPr/>
              <p:nvPr/>
            </p:nvSpPr>
            <p:spPr>
              <a:xfrm>
                <a:off x="3964850" y="2084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399" name="Google Shape;1399;p2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352875" y="42223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0" name="Google Shape;1400;p25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371350" y="430407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drich"/>
              <a:buNone/>
              <a:defRPr sz="3500">
                <a:solidFill>
                  <a:schemeClr val="dk1"/>
                </a:solidFill>
                <a:latin typeface="Aldrich"/>
                <a:ea typeface="Aldrich"/>
                <a:cs typeface="Aldrich"/>
                <a:sym typeface="Aldrich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●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1pPr>
            <a:lvl2pPr marL="914400" lvl="1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○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2pPr>
            <a:lvl3pPr marL="1371600" lvl="2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■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3pPr>
            <a:lvl4pPr marL="1828800" lvl="3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●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4pPr>
            <a:lvl5pPr marL="2286000" lvl="4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○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5pPr>
            <a:lvl6pPr marL="2743200" lvl="5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■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6pPr>
            <a:lvl7pPr marL="3200400" lvl="6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●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7pPr>
            <a:lvl8pPr marL="3657600" lvl="7" indent="-3048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aira"/>
              <a:buChar char="○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8pPr>
            <a:lvl9pPr marL="4114800" lvl="8" indent="-3048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Saira"/>
              <a:buChar char="■"/>
              <a:defRPr sz="1200">
                <a:solidFill>
                  <a:schemeClr val="dk1"/>
                </a:solidFill>
                <a:latin typeface="Saira"/>
                <a:ea typeface="Saira"/>
                <a:cs typeface="Saira"/>
                <a:sym typeface="Sair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7" r:id="rId11"/>
    <p:sldLayoutId id="2147483670" r:id="rId12"/>
    <p:sldLayoutId id="214748367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p29"/>
          <p:cNvSpPr txBox="1">
            <a:spLocks noGrp="1"/>
          </p:cNvSpPr>
          <p:nvPr>
            <p:ph type="ctrTitle"/>
          </p:nvPr>
        </p:nvSpPr>
        <p:spPr>
          <a:xfrm>
            <a:off x="755187" y="1414340"/>
            <a:ext cx="7639822" cy="227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it-IT" dirty="0"/>
              <a:t>Soluționarea problemei CVRP folosind Algoritmi Genetici</a:t>
            </a:r>
            <a:endParaRPr dirty="0"/>
          </a:p>
        </p:txBody>
      </p:sp>
      <p:sp>
        <p:nvSpPr>
          <p:cNvPr id="1412" name="Google Shape;1412;p29"/>
          <p:cNvSpPr txBox="1">
            <a:spLocks noGrp="1"/>
          </p:cNvSpPr>
          <p:nvPr>
            <p:ph type="subTitle" idx="1"/>
          </p:nvPr>
        </p:nvSpPr>
        <p:spPr>
          <a:xfrm>
            <a:off x="1961831" y="3741190"/>
            <a:ext cx="5218800" cy="5300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s-419" dirty="0"/>
              <a:t>Szigeti Emma Anita, S</a:t>
            </a:r>
            <a:r>
              <a:rPr lang="en-GB" dirty="0"/>
              <a:t>ă</a:t>
            </a:r>
            <a:r>
              <a:rPr lang="es-419" dirty="0" err="1"/>
              <a:t>lnicean</a:t>
            </a:r>
            <a:r>
              <a:rPr lang="es-419" dirty="0"/>
              <a:t> </a:t>
            </a:r>
            <a:r>
              <a:rPr lang="es-419" dirty="0" err="1"/>
              <a:t>Flaviu</a:t>
            </a:r>
            <a:r>
              <a:rPr lang="es-419" dirty="0"/>
              <a:t> Marian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dirty="0"/>
              <a:t>- </a:t>
            </a:r>
            <a:r>
              <a:rPr lang="es-419" dirty="0" err="1"/>
              <a:t>Calculatoare</a:t>
            </a:r>
            <a:r>
              <a:rPr lang="es-419" dirty="0"/>
              <a:t> III -</a:t>
            </a:r>
            <a:endParaRPr dirty="0"/>
          </a:p>
        </p:txBody>
      </p:sp>
      <p:cxnSp>
        <p:nvCxnSpPr>
          <p:cNvPr id="1413" name="Google Shape;1413;p29"/>
          <p:cNvCxnSpPr/>
          <p:nvPr/>
        </p:nvCxnSpPr>
        <p:spPr>
          <a:xfrm>
            <a:off x="2145131" y="3681921"/>
            <a:ext cx="48522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grpSp>
        <p:nvGrpSpPr>
          <p:cNvPr id="1414" name="Google Shape;1414;p29"/>
          <p:cNvGrpSpPr/>
          <p:nvPr/>
        </p:nvGrpSpPr>
        <p:grpSpPr>
          <a:xfrm>
            <a:off x="0" y="3058850"/>
            <a:ext cx="1731700" cy="3126028"/>
            <a:chOff x="0" y="3058850"/>
            <a:chExt cx="1731700" cy="3126028"/>
          </a:xfrm>
        </p:grpSpPr>
        <p:grpSp>
          <p:nvGrpSpPr>
            <p:cNvPr id="1415" name="Google Shape;1415;p29"/>
            <p:cNvGrpSpPr/>
            <p:nvPr/>
          </p:nvGrpSpPr>
          <p:grpSpPr>
            <a:xfrm>
              <a:off x="256564" y="3613234"/>
              <a:ext cx="1041216" cy="2571644"/>
              <a:chOff x="4709050" y="974800"/>
              <a:chExt cx="684425" cy="1690425"/>
            </a:xfrm>
          </p:grpSpPr>
          <p:sp>
            <p:nvSpPr>
              <p:cNvPr id="1416" name="Google Shape;1416;p29"/>
              <p:cNvSpPr/>
              <p:nvPr/>
            </p:nvSpPr>
            <p:spPr>
              <a:xfrm>
                <a:off x="4909450" y="1554625"/>
                <a:ext cx="445600" cy="869400"/>
              </a:xfrm>
              <a:custGeom>
                <a:avLst/>
                <a:gdLst/>
                <a:ahLst/>
                <a:cxnLst/>
                <a:rect l="l" t="t" r="r" b="b"/>
                <a:pathLst>
                  <a:path w="17824" h="34776" extrusionOk="0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Google Shape;1417;p29"/>
              <p:cNvSpPr/>
              <p:nvPr/>
            </p:nvSpPr>
            <p:spPr>
              <a:xfrm>
                <a:off x="5210875" y="1019950"/>
                <a:ext cx="139425" cy="359250"/>
              </a:xfrm>
              <a:custGeom>
                <a:avLst/>
                <a:gdLst/>
                <a:ahLst/>
                <a:cxnLst/>
                <a:rect l="l" t="t" r="r" b="b"/>
                <a:pathLst>
                  <a:path w="5577" h="14370" extrusionOk="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Google Shape;1418;p29"/>
              <p:cNvSpPr/>
              <p:nvPr/>
            </p:nvSpPr>
            <p:spPr>
              <a:xfrm>
                <a:off x="4850050" y="1150250"/>
                <a:ext cx="460650" cy="1218325"/>
              </a:xfrm>
              <a:custGeom>
                <a:avLst/>
                <a:gdLst/>
                <a:ahLst/>
                <a:cxnLst/>
                <a:rect l="l" t="t" r="r" b="b"/>
                <a:pathLst>
                  <a:path w="18426" h="48733" extrusionOk="0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Google Shape;1419;p29"/>
              <p:cNvSpPr/>
              <p:nvPr/>
            </p:nvSpPr>
            <p:spPr>
              <a:xfrm>
                <a:off x="4830250" y="1265900"/>
                <a:ext cx="383425" cy="1145050"/>
              </a:xfrm>
              <a:custGeom>
                <a:avLst/>
                <a:gdLst/>
                <a:ahLst/>
                <a:cxnLst/>
                <a:rect l="l" t="t" r="r" b="b"/>
                <a:pathLst>
                  <a:path w="15337" h="45802" extrusionOk="0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Google Shape;1420;p29"/>
              <p:cNvSpPr/>
              <p:nvPr/>
            </p:nvSpPr>
            <p:spPr>
              <a:xfrm>
                <a:off x="4810450" y="1204500"/>
                <a:ext cx="386175" cy="1412000"/>
              </a:xfrm>
              <a:custGeom>
                <a:avLst/>
                <a:gdLst/>
                <a:ahLst/>
                <a:cxnLst/>
                <a:rect l="l" t="t" r="r" b="b"/>
                <a:pathLst>
                  <a:path w="15447" h="56480" extrusionOk="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Google Shape;1421;p29"/>
              <p:cNvSpPr/>
              <p:nvPr/>
            </p:nvSpPr>
            <p:spPr>
              <a:xfrm>
                <a:off x="4746675" y="1534825"/>
                <a:ext cx="192525" cy="533125"/>
              </a:xfrm>
              <a:custGeom>
                <a:avLst/>
                <a:gdLst/>
                <a:ahLst/>
                <a:cxnLst/>
                <a:rect l="l" t="t" r="r" b="b"/>
                <a:pathLst>
                  <a:path w="7701" h="21325" extrusionOk="0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Google Shape;1422;p29"/>
              <p:cNvSpPr/>
              <p:nvPr/>
            </p:nvSpPr>
            <p:spPr>
              <a:xfrm>
                <a:off x="4780750" y="1797025"/>
                <a:ext cx="168350" cy="692350"/>
              </a:xfrm>
              <a:custGeom>
                <a:avLst/>
                <a:gdLst/>
                <a:ahLst/>
                <a:cxnLst/>
                <a:rect l="l" t="t" r="r" b="b"/>
                <a:pathLst>
                  <a:path w="6734" h="27694" extrusionOk="0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Google Shape;1423;p29"/>
              <p:cNvSpPr/>
              <p:nvPr/>
            </p:nvSpPr>
            <p:spPr>
              <a:xfrm>
                <a:off x="5346725" y="1534425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Google Shape;1424;p29"/>
              <p:cNvSpPr/>
              <p:nvPr/>
            </p:nvSpPr>
            <p:spPr>
              <a:xfrm>
                <a:off x="5262750" y="9748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Google Shape;1425;p29"/>
              <p:cNvSpPr/>
              <p:nvPr/>
            </p:nvSpPr>
            <p:spPr>
              <a:xfrm>
                <a:off x="4861525" y="239072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Google Shape;1426;p29"/>
              <p:cNvSpPr/>
              <p:nvPr/>
            </p:nvSpPr>
            <p:spPr>
              <a:xfrm>
                <a:off x="4920950" y="177207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Google Shape;1427;p29"/>
              <p:cNvSpPr/>
              <p:nvPr/>
            </p:nvSpPr>
            <p:spPr>
              <a:xfrm>
                <a:off x="4709050" y="20592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Google Shape;1428;p29"/>
              <p:cNvSpPr/>
              <p:nvPr/>
            </p:nvSpPr>
            <p:spPr>
              <a:xfrm>
                <a:off x="5109075" y="1435425"/>
                <a:ext cx="467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4" extrusionOk="0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Google Shape;1429;p29"/>
              <p:cNvSpPr/>
              <p:nvPr/>
            </p:nvSpPr>
            <p:spPr>
              <a:xfrm>
                <a:off x="5188300" y="1360950"/>
                <a:ext cx="467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Google Shape;1430;p29"/>
              <p:cNvSpPr/>
              <p:nvPr/>
            </p:nvSpPr>
            <p:spPr>
              <a:xfrm>
                <a:off x="5250075" y="110115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Google Shape;1431;p29"/>
              <p:cNvSpPr/>
              <p:nvPr/>
            </p:nvSpPr>
            <p:spPr>
              <a:xfrm>
                <a:off x="5166100" y="11554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Google Shape;1432;p29"/>
              <p:cNvSpPr/>
              <p:nvPr/>
            </p:nvSpPr>
            <p:spPr>
              <a:xfrm>
                <a:off x="5205725" y="122985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Google Shape;1433;p29"/>
              <p:cNvSpPr/>
              <p:nvPr/>
            </p:nvSpPr>
            <p:spPr>
              <a:xfrm>
                <a:off x="4844100" y="16952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Google Shape;1434;p29"/>
              <p:cNvSpPr/>
              <p:nvPr/>
            </p:nvSpPr>
            <p:spPr>
              <a:xfrm>
                <a:off x="4787075" y="2613700"/>
                <a:ext cx="519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76" h="2061" extrusionOk="0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Google Shape;1435;p29"/>
              <p:cNvSpPr/>
              <p:nvPr/>
            </p:nvSpPr>
            <p:spPr>
              <a:xfrm>
                <a:off x="4752625" y="24869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Google Shape;1436;p29"/>
              <p:cNvSpPr/>
              <p:nvPr/>
            </p:nvSpPr>
            <p:spPr>
              <a:xfrm>
                <a:off x="4950250" y="24216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437" name="Google Shape;1437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554350" y="305885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8" name="Google Shape;1438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0" y="42362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39" name="Google Shape;1439;p29"/>
          <p:cNvGrpSpPr/>
          <p:nvPr/>
        </p:nvGrpSpPr>
        <p:grpSpPr>
          <a:xfrm>
            <a:off x="7503151" y="-297377"/>
            <a:ext cx="3508526" cy="2544095"/>
            <a:chOff x="7093325" y="-149525"/>
            <a:chExt cx="3508526" cy="2544095"/>
          </a:xfrm>
        </p:grpSpPr>
        <p:grpSp>
          <p:nvGrpSpPr>
            <p:cNvPr id="1440" name="Google Shape;1440;p29"/>
            <p:cNvGrpSpPr/>
            <p:nvPr/>
          </p:nvGrpSpPr>
          <p:grpSpPr>
            <a:xfrm>
              <a:off x="7467304" y="268423"/>
              <a:ext cx="3134546" cy="2126147"/>
              <a:chOff x="2280775" y="570800"/>
              <a:chExt cx="1702725" cy="1154950"/>
            </a:xfrm>
          </p:grpSpPr>
          <p:sp>
            <p:nvSpPr>
              <p:cNvPr id="1441" name="Google Shape;1441;p29"/>
              <p:cNvSpPr/>
              <p:nvPr/>
            </p:nvSpPr>
            <p:spPr>
              <a:xfrm>
                <a:off x="2562775" y="1179175"/>
                <a:ext cx="1420725" cy="546575"/>
              </a:xfrm>
              <a:custGeom>
                <a:avLst/>
                <a:gdLst/>
                <a:ahLst/>
                <a:cxnLst/>
                <a:rect l="l" t="t" r="r" b="b"/>
                <a:pathLst>
                  <a:path w="56829" h="21863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Google Shape;1442;p29"/>
              <p:cNvSpPr/>
              <p:nvPr/>
            </p:nvSpPr>
            <p:spPr>
              <a:xfrm>
                <a:off x="2385350" y="1087275"/>
                <a:ext cx="1598150" cy="574325"/>
              </a:xfrm>
              <a:custGeom>
                <a:avLst/>
                <a:gdLst/>
                <a:ahLst/>
                <a:cxnLst/>
                <a:rect l="l" t="t" r="r" b="b"/>
                <a:pathLst>
                  <a:path w="63926" h="22973" extrusionOk="0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Google Shape;1443;p29"/>
              <p:cNvSpPr/>
              <p:nvPr/>
            </p:nvSpPr>
            <p:spPr>
              <a:xfrm>
                <a:off x="2329900" y="1057575"/>
                <a:ext cx="1653600" cy="579075"/>
              </a:xfrm>
              <a:custGeom>
                <a:avLst/>
                <a:gdLst/>
                <a:ahLst/>
                <a:cxnLst/>
                <a:rect l="l" t="t" r="r" b="b"/>
                <a:pathLst>
                  <a:path w="66144" h="23163" extrusionOk="0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Google Shape;1444;p29"/>
              <p:cNvSpPr/>
              <p:nvPr/>
            </p:nvSpPr>
            <p:spPr>
              <a:xfrm>
                <a:off x="2547725" y="1017975"/>
                <a:ext cx="1435775" cy="598875"/>
              </a:xfrm>
              <a:custGeom>
                <a:avLst/>
                <a:gdLst/>
                <a:ahLst/>
                <a:cxnLst/>
                <a:rect l="l" t="t" r="r" b="b"/>
                <a:pathLst>
                  <a:path w="57431" h="23955" extrusionOk="0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29"/>
              <p:cNvSpPr/>
              <p:nvPr/>
            </p:nvSpPr>
            <p:spPr>
              <a:xfrm>
                <a:off x="2442775" y="978350"/>
                <a:ext cx="1540725" cy="613925"/>
              </a:xfrm>
              <a:custGeom>
                <a:avLst/>
                <a:gdLst/>
                <a:ahLst/>
                <a:cxnLst/>
                <a:rect l="l" t="t" r="r" b="b"/>
                <a:pathLst>
                  <a:path w="61629" h="24557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Google Shape;1446;p29"/>
              <p:cNvSpPr/>
              <p:nvPr/>
            </p:nvSpPr>
            <p:spPr>
              <a:xfrm>
                <a:off x="2676850" y="934800"/>
                <a:ext cx="1306650" cy="637675"/>
              </a:xfrm>
              <a:custGeom>
                <a:avLst/>
                <a:gdLst/>
                <a:ahLst/>
                <a:cxnLst/>
                <a:rect l="l" t="t" r="r" b="b"/>
                <a:pathLst>
                  <a:path w="52266" h="25507" extrusionOk="0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Google Shape;1447;p29"/>
              <p:cNvSpPr/>
              <p:nvPr/>
            </p:nvSpPr>
            <p:spPr>
              <a:xfrm>
                <a:off x="2508525" y="824675"/>
                <a:ext cx="1474975" cy="722850"/>
              </a:xfrm>
              <a:custGeom>
                <a:avLst/>
                <a:gdLst/>
                <a:ahLst/>
                <a:cxnLst/>
                <a:rect l="l" t="t" r="r" b="b"/>
                <a:pathLst>
                  <a:path w="58999" h="28914" extrusionOk="0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29"/>
              <p:cNvSpPr/>
              <p:nvPr/>
            </p:nvSpPr>
            <p:spPr>
              <a:xfrm>
                <a:off x="2413850" y="804875"/>
                <a:ext cx="1569650" cy="718100"/>
              </a:xfrm>
              <a:custGeom>
                <a:avLst/>
                <a:gdLst/>
                <a:ahLst/>
                <a:cxnLst/>
                <a:rect l="l" t="t" r="r" b="b"/>
                <a:pathLst>
                  <a:path w="62786" h="28724" extrusionOk="0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29"/>
              <p:cNvSpPr/>
              <p:nvPr/>
            </p:nvSpPr>
            <p:spPr>
              <a:xfrm>
                <a:off x="2946975" y="1316600"/>
                <a:ext cx="1036525" cy="166775"/>
              </a:xfrm>
              <a:custGeom>
                <a:avLst/>
                <a:gdLst/>
                <a:ahLst/>
                <a:cxnLst/>
                <a:rect l="l" t="t" r="r" b="b"/>
                <a:pathLst>
                  <a:path w="41461" h="6671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29"/>
              <p:cNvSpPr/>
              <p:nvPr/>
            </p:nvSpPr>
            <p:spPr>
              <a:xfrm>
                <a:off x="2770325" y="666250"/>
                <a:ext cx="1213175" cy="752550"/>
              </a:xfrm>
              <a:custGeom>
                <a:avLst/>
                <a:gdLst/>
                <a:ahLst/>
                <a:cxnLst/>
                <a:rect l="l" t="t" r="r" b="b"/>
                <a:pathLst>
                  <a:path w="48527" h="30102" extrusionOk="0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29"/>
              <p:cNvSpPr/>
              <p:nvPr/>
            </p:nvSpPr>
            <p:spPr>
              <a:xfrm>
                <a:off x="2864575" y="798150"/>
                <a:ext cx="1118925" cy="606000"/>
              </a:xfrm>
              <a:custGeom>
                <a:avLst/>
                <a:gdLst/>
                <a:ahLst/>
                <a:cxnLst/>
                <a:rect l="l" t="t" r="r" b="b"/>
                <a:pathLst>
                  <a:path w="44757" h="24240" extrusionOk="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Google Shape;1452;p29"/>
              <p:cNvSpPr/>
              <p:nvPr/>
            </p:nvSpPr>
            <p:spPr>
              <a:xfrm>
                <a:off x="2857050" y="695175"/>
                <a:ext cx="1126450" cy="684025"/>
              </a:xfrm>
              <a:custGeom>
                <a:avLst/>
                <a:gdLst/>
                <a:ahLst/>
                <a:cxnLst/>
                <a:rect l="l" t="t" r="r" b="b"/>
                <a:pathLst>
                  <a:path w="45058" h="27361" extrusionOk="0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29"/>
              <p:cNvSpPr/>
              <p:nvPr/>
            </p:nvSpPr>
            <p:spPr>
              <a:xfrm>
                <a:off x="2567525" y="596950"/>
                <a:ext cx="1415975" cy="728000"/>
              </a:xfrm>
              <a:custGeom>
                <a:avLst/>
                <a:gdLst/>
                <a:ahLst/>
                <a:cxnLst/>
                <a:rect l="l" t="t" r="r" b="b"/>
                <a:pathLst>
                  <a:path w="56639" h="29120" extrusionOk="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29"/>
              <p:cNvSpPr/>
              <p:nvPr/>
            </p:nvSpPr>
            <p:spPr>
              <a:xfrm>
                <a:off x="2357225" y="1123325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29"/>
              <p:cNvSpPr/>
              <p:nvPr/>
            </p:nvSpPr>
            <p:spPr>
              <a:xfrm>
                <a:off x="2748525" y="633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Google Shape;1456;p29"/>
              <p:cNvSpPr/>
              <p:nvPr/>
            </p:nvSpPr>
            <p:spPr>
              <a:xfrm>
                <a:off x="2842800" y="682900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Google Shape;1457;p29"/>
              <p:cNvSpPr/>
              <p:nvPr/>
            </p:nvSpPr>
            <p:spPr>
              <a:xfrm>
                <a:off x="2530700" y="114827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29"/>
              <p:cNvSpPr/>
              <p:nvPr/>
            </p:nvSpPr>
            <p:spPr>
              <a:xfrm>
                <a:off x="2916875" y="1286900"/>
                <a:ext cx="467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29"/>
              <p:cNvSpPr/>
              <p:nvPr/>
            </p:nvSpPr>
            <p:spPr>
              <a:xfrm>
                <a:off x="2280775" y="10314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Google Shape;1460;p29"/>
              <p:cNvSpPr/>
              <p:nvPr/>
            </p:nvSpPr>
            <p:spPr>
              <a:xfrm>
                <a:off x="2364750" y="842900"/>
                <a:ext cx="51525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77" extrusionOk="0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29"/>
              <p:cNvSpPr/>
              <p:nvPr/>
            </p:nvSpPr>
            <p:spPr>
              <a:xfrm>
                <a:off x="2468925" y="9027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29"/>
              <p:cNvSpPr/>
              <p:nvPr/>
            </p:nvSpPr>
            <p:spPr>
              <a:xfrm>
                <a:off x="2637250" y="892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29"/>
              <p:cNvSpPr/>
              <p:nvPr/>
            </p:nvSpPr>
            <p:spPr>
              <a:xfrm>
                <a:off x="2394450" y="95222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Google Shape;1464;p29"/>
              <p:cNvSpPr/>
              <p:nvPr/>
            </p:nvSpPr>
            <p:spPr>
              <a:xfrm>
                <a:off x="2498625" y="99182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Google Shape;1465;p29"/>
              <p:cNvSpPr/>
              <p:nvPr/>
            </p:nvSpPr>
            <p:spPr>
              <a:xfrm>
                <a:off x="2840025" y="749025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29"/>
              <p:cNvSpPr/>
              <p:nvPr/>
            </p:nvSpPr>
            <p:spPr>
              <a:xfrm>
                <a:off x="2518425" y="570800"/>
                <a:ext cx="51500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1" extrusionOk="0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467" name="Google Shape;1467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093325" y="742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8" name="Google Shape;1468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7840225" y="-1495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69" name="Google Shape;1469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8126000" y="10278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70" name="Google Shape;1470;p29"/>
          <p:cNvGrpSpPr/>
          <p:nvPr/>
        </p:nvGrpSpPr>
        <p:grpSpPr>
          <a:xfrm>
            <a:off x="-1312494" y="155294"/>
            <a:ext cx="3417969" cy="1688482"/>
            <a:chOff x="-1312494" y="155294"/>
            <a:chExt cx="3417969" cy="1688482"/>
          </a:xfrm>
        </p:grpSpPr>
        <p:grpSp>
          <p:nvGrpSpPr>
            <p:cNvPr id="1471" name="Google Shape;1471;p29"/>
            <p:cNvGrpSpPr/>
            <p:nvPr/>
          </p:nvGrpSpPr>
          <p:grpSpPr>
            <a:xfrm>
              <a:off x="-1312494" y="155294"/>
              <a:ext cx="2907181" cy="1177348"/>
              <a:chOff x="2442775" y="3274750"/>
              <a:chExt cx="1690025" cy="684425"/>
            </a:xfrm>
          </p:grpSpPr>
          <p:sp>
            <p:nvSpPr>
              <p:cNvPr id="1472" name="Google Shape;1472;p29"/>
              <p:cNvSpPr/>
              <p:nvPr/>
            </p:nvSpPr>
            <p:spPr>
              <a:xfrm>
                <a:off x="2683575" y="3475550"/>
                <a:ext cx="870175" cy="445600"/>
              </a:xfrm>
              <a:custGeom>
                <a:avLst/>
                <a:gdLst/>
                <a:ahLst/>
                <a:cxnLst/>
                <a:rect l="l" t="t" r="r" b="b"/>
                <a:pathLst>
                  <a:path w="34807" h="17824" extrusionOk="0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Google Shape;1473;p29"/>
              <p:cNvSpPr/>
              <p:nvPr/>
            </p:nvSpPr>
            <p:spPr>
              <a:xfrm>
                <a:off x="3728800" y="3776950"/>
                <a:ext cx="359650" cy="139050"/>
              </a:xfrm>
              <a:custGeom>
                <a:avLst/>
                <a:gdLst/>
                <a:ahLst/>
                <a:cxnLst/>
                <a:rect l="l" t="t" r="r" b="b"/>
                <a:pathLst>
                  <a:path w="14386" h="5562" extrusionOk="0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Google Shape;1474;p29"/>
              <p:cNvSpPr/>
              <p:nvPr/>
            </p:nvSpPr>
            <p:spPr>
              <a:xfrm>
                <a:off x="2739025" y="3416125"/>
                <a:ext cx="1218725" cy="460275"/>
              </a:xfrm>
              <a:custGeom>
                <a:avLst/>
                <a:gdLst/>
                <a:ahLst/>
                <a:cxnLst/>
                <a:rect l="l" t="t" r="r" b="b"/>
                <a:pathLst>
                  <a:path w="48749" h="18411" extrusionOk="0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29"/>
              <p:cNvSpPr/>
              <p:nvPr/>
            </p:nvSpPr>
            <p:spPr>
              <a:xfrm>
                <a:off x="2696650" y="3396325"/>
                <a:ext cx="1145050" cy="383025"/>
              </a:xfrm>
              <a:custGeom>
                <a:avLst/>
                <a:gdLst/>
                <a:ahLst/>
                <a:cxnLst/>
                <a:rect l="l" t="t" r="r" b="b"/>
                <a:pathLst>
                  <a:path w="45802" h="15321" extrusionOk="0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Google Shape;1476;p29"/>
              <p:cNvSpPr/>
              <p:nvPr/>
            </p:nvSpPr>
            <p:spPr>
              <a:xfrm>
                <a:off x="2491100" y="3376525"/>
                <a:ext cx="1412375" cy="386200"/>
              </a:xfrm>
              <a:custGeom>
                <a:avLst/>
                <a:gdLst/>
                <a:ahLst/>
                <a:cxnLst/>
                <a:rect l="l" t="t" r="r" b="b"/>
                <a:pathLst>
                  <a:path w="56495" h="15448" extrusionOk="0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Google Shape;1477;p29"/>
              <p:cNvSpPr/>
              <p:nvPr/>
            </p:nvSpPr>
            <p:spPr>
              <a:xfrm>
                <a:off x="3040050" y="3312775"/>
                <a:ext cx="532725" cy="192500"/>
              </a:xfrm>
              <a:custGeom>
                <a:avLst/>
                <a:gdLst/>
                <a:ahLst/>
                <a:cxnLst/>
                <a:rect l="l" t="t" r="r" b="b"/>
                <a:pathLst>
                  <a:path w="21309" h="7700" extrusionOk="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Google Shape;1478;p29"/>
              <p:cNvSpPr/>
              <p:nvPr/>
            </p:nvSpPr>
            <p:spPr>
              <a:xfrm>
                <a:off x="2618225" y="3346825"/>
                <a:ext cx="692750" cy="168350"/>
              </a:xfrm>
              <a:custGeom>
                <a:avLst/>
                <a:gdLst/>
                <a:ahLst/>
                <a:cxnLst/>
                <a:rect l="l" t="t" r="r" b="b"/>
                <a:pathLst>
                  <a:path w="27710" h="6734" extrusionOk="0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Google Shape;1479;p29"/>
              <p:cNvSpPr/>
              <p:nvPr/>
            </p:nvSpPr>
            <p:spPr>
              <a:xfrm>
                <a:off x="3526800" y="3912800"/>
                <a:ext cx="463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5" extrusionOk="0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29"/>
              <p:cNvSpPr/>
              <p:nvPr/>
            </p:nvSpPr>
            <p:spPr>
              <a:xfrm>
                <a:off x="4086050" y="38284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29"/>
              <p:cNvSpPr/>
              <p:nvPr/>
            </p:nvSpPr>
            <p:spPr>
              <a:xfrm>
                <a:off x="2670500" y="3427625"/>
                <a:ext cx="46375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5" h="1854" extrusionOk="0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Google Shape;1482;p29"/>
              <p:cNvSpPr/>
              <p:nvPr/>
            </p:nvSpPr>
            <p:spPr>
              <a:xfrm>
                <a:off x="3289175" y="3487025"/>
                <a:ext cx="46350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5" extrusionOk="0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Google Shape;1483;p29"/>
              <p:cNvSpPr/>
              <p:nvPr/>
            </p:nvSpPr>
            <p:spPr>
              <a:xfrm>
                <a:off x="3002025" y="3274750"/>
                <a:ext cx="46750" cy="46750"/>
              </a:xfrm>
              <a:custGeom>
                <a:avLst/>
                <a:gdLst/>
                <a:ahLst/>
                <a:cxnLst/>
                <a:rect l="l" t="t" r="r" b="b"/>
                <a:pathLst>
                  <a:path w="1870" h="1870" extrusionOk="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Google Shape;1484;p29"/>
              <p:cNvSpPr/>
              <p:nvPr/>
            </p:nvSpPr>
            <p:spPr>
              <a:xfrm>
                <a:off x="3625825" y="3675175"/>
                <a:ext cx="46350" cy="46350"/>
              </a:xfrm>
              <a:custGeom>
                <a:avLst/>
                <a:gdLst/>
                <a:ahLst/>
                <a:cxnLst/>
                <a:rect l="l" t="t" r="r" b="b"/>
                <a:pathLst>
                  <a:path w="1854" h="1854" extrusionOk="0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Google Shape;1485;p29"/>
              <p:cNvSpPr/>
              <p:nvPr/>
            </p:nvSpPr>
            <p:spPr>
              <a:xfrm>
                <a:off x="3699875" y="3754375"/>
                <a:ext cx="46775" cy="46375"/>
              </a:xfrm>
              <a:custGeom>
                <a:avLst/>
                <a:gdLst/>
                <a:ahLst/>
                <a:cxnLst/>
                <a:rect l="l" t="t" r="r" b="b"/>
                <a:pathLst>
                  <a:path w="1871" h="1855" extrusionOk="0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Google Shape;1486;p29"/>
              <p:cNvSpPr/>
              <p:nvPr/>
            </p:nvSpPr>
            <p:spPr>
              <a:xfrm>
                <a:off x="3954950" y="3816175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Google Shape;1487;p29"/>
              <p:cNvSpPr/>
              <p:nvPr/>
            </p:nvSpPr>
            <p:spPr>
              <a:xfrm>
                <a:off x="3900675" y="37318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Google Shape;1488;p29"/>
              <p:cNvSpPr/>
              <p:nvPr/>
            </p:nvSpPr>
            <p:spPr>
              <a:xfrm>
                <a:off x="3826225" y="3771400"/>
                <a:ext cx="51525" cy="51525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1" extrusionOk="0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Google Shape;1489;p29"/>
              <p:cNvSpPr/>
              <p:nvPr/>
            </p:nvSpPr>
            <p:spPr>
              <a:xfrm>
                <a:off x="3360850" y="3410200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29"/>
              <p:cNvSpPr/>
              <p:nvPr/>
            </p:nvSpPr>
            <p:spPr>
              <a:xfrm>
                <a:off x="2442775" y="3353175"/>
                <a:ext cx="51525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1" h="2060" extrusionOk="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29"/>
              <p:cNvSpPr/>
              <p:nvPr/>
            </p:nvSpPr>
            <p:spPr>
              <a:xfrm>
                <a:off x="2569525" y="3318300"/>
                <a:ext cx="51500" cy="5192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77" extrusionOk="0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Google Shape;1492;p29"/>
              <p:cNvSpPr/>
              <p:nvPr/>
            </p:nvSpPr>
            <p:spPr>
              <a:xfrm>
                <a:off x="2634875" y="3515950"/>
                <a:ext cx="51500" cy="51500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60" extrusionOk="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pic>
          <p:nvPicPr>
            <p:cNvPr id="1493" name="Google Shape;1493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0" y="666425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94" name="Google Shape;1494;p29"/>
            <p:cNvPicPr preferRelativeResize="0"/>
            <p:nvPr/>
          </p:nvPicPr>
          <p:blipFill>
            <a:blip r:embed="rId3">
              <a:alphaModFix amt="40000"/>
            </a:blip>
            <a:stretch>
              <a:fillRect/>
            </a:stretch>
          </p:blipFill>
          <p:spPr>
            <a:xfrm>
              <a:off x="928125" y="535000"/>
              <a:ext cx="1177350" cy="11773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p32"/>
          <p:cNvSpPr txBox="1">
            <a:spLocks noGrp="1"/>
          </p:cNvSpPr>
          <p:nvPr>
            <p:ph type="title"/>
          </p:nvPr>
        </p:nvSpPr>
        <p:spPr>
          <a:xfrm>
            <a:off x="2737572" y="275476"/>
            <a:ext cx="3668856" cy="70003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dirty="0"/>
              <a:t>Ce este CVRP?</a:t>
            </a:r>
            <a:endParaRPr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CE26F4A-0855-7AE8-1CA6-30774DAE5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0790" y="2104689"/>
            <a:ext cx="4382420" cy="276333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8BABEEC-5274-8AD9-3E2D-423AD42F67A7}"/>
              </a:ext>
            </a:extLst>
          </p:cNvPr>
          <p:cNvSpPr txBox="1"/>
          <p:nvPr/>
        </p:nvSpPr>
        <p:spPr>
          <a:xfrm>
            <a:off x="1006549" y="1056040"/>
            <a:ext cx="73506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CVRP =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rutarea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vehiculelor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cu capacitate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limitată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.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Depozit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+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clienți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cu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cereri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.</a:t>
            </a:r>
          </a:p>
          <a:p>
            <a:pPr marL="285750" marR="0" lvl="0" indent="-2857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Obiectiv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: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minimizarea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costului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total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respectând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 </a:t>
            </a:r>
            <a:r>
              <a:rPr kumimoji="0" lang="en-GB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restricțiile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/>
                <a:sym typeface="Saira"/>
              </a:rPr>
              <a:t>.</a:t>
            </a:r>
          </a:p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50000"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ira"/>
              <a:sym typeface="Sair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Google Shape;1499;p30"/>
          <p:cNvSpPr txBox="1">
            <a:spLocks noGrp="1"/>
          </p:cNvSpPr>
          <p:nvPr>
            <p:ph type="title"/>
          </p:nvPr>
        </p:nvSpPr>
        <p:spPr>
          <a:xfrm>
            <a:off x="720000" y="671853"/>
            <a:ext cx="7704000" cy="74582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De </a:t>
            </a:r>
            <a:r>
              <a:rPr lang="en-GB" dirty="0" err="1"/>
              <a:t>ce</a:t>
            </a:r>
            <a:r>
              <a:rPr lang="en-GB" dirty="0"/>
              <a:t> </a:t>
            </a:r>
            <a:r>
              <a:rPr lang="en-GB" dirty="0" err="1"/>
              <a:t>algoritm</a:t>
            </a:r>
            <a:r>
              <a:rPr lang="en-GB" dirty="0"/>
              <a:t> genetic?</a:t>
            </a:r>
            <a:endParaRPr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BF1941-CA47-1614-C8AF-9D4EB42F614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84047" y="2089257"/>
            <a:ext cx="3315319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Probleme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combinatoriale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complexe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Soluții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brute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impracticabile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Algoritm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genetic =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găsește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rapid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soluții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bune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Populație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,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selecție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, crossover,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mutație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BBB2BB-1A2A-BE3D-BA2F-69D628067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1135" y="1511562"/>
            <a:ext cx="3556323" cy="3246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Google Shape;1515;p31"/>
          <p:cNvSpPr txBox="1">
            <a:spLocks noGrp="1"/>
          </p:cNvSpPr>
          <p:nvPr>
            <p:ph type="title" idx="7"/>
          </p:nvPr>
        </p:nvSpPr>
        <p:spPr>
          <a:xfrm>
            <a:off x="720000" y="561903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 err="1"/>
              <a:t>Structura</a:t>
            </a:r>
            <a:r>
              <a:rPr lang="en-GB" dirty="0"/>
              <a:t> </a:t>
            </a:r>
            <a:r>
              <a:rPr lang="en-GB" dirty="0" err="1"/>
              <a:t>soluției</a:t>
            </a:r>
            <a:r>
              <a:rPr lang="en-GB" dirty="0"/>
              <a:t> </a:t>
            </a:r>
            <a:r>
              <a:rPr lang="en-GB" dirty="0" err="1"/>
              <a:t>și</a:t>
            </a:r>
            <a:r>
              <a:rPr lang="en-GB" dirty="0"/>
              <a:t> </a:t>
            </a:r>
            <a:r>
              <a:rPr lang="en-GB" dirty="0" err="1"/>
              <a:t>evaluare</a:t>
            </a:r>
            <a:endParaRPr dirty="0"/>
          </a:p>
        </p:txBody>
      </p:sp>
      <p:sp>
        <p:nvSpPr>
          <p:cNvPr id="26" name="Rectangle 3">
            <a:extLst>
              <a:ext uri="{FF2B5EF4-FFF2-40B4-BE49-F238E27FC236}">
                <a16:creationId xmlns:a16="http://schemas.microsoft.com/office/drawing/2014/main" id="{5E316F2D-0B0F-F15B-35DF-34507A34286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038292" y="1619411"/>
            <a:ext cx="3588710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Soluție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=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cromozom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=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permutare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clienți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Ordinea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clienților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=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ordinea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vizitării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Rute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formate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în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decodare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,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respectând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capacitatea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Cost total =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distanța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parcursă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Fitness =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soluții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mai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bune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primesc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valori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mai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mari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CF945-5EF0-09E0-EA74-C1B8D667B4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746"/>
          <a:stretch>
            <a:fillRect/>
          </a:stretch>
        </p:blipFill>
        <p:spPr>
          <a:xfrm>
            <a:off x="4705926" y="1435120"/>
            <a:ext cx="3454783" cy="20556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31E163-AA34-C3B6-DD96-68A58663FE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926" y="3667610"/>
            <a:ext cx="3454784" cy="10742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Google Shape;1566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 err="1"/>
              <a:t>Operatorii</a:t>
            </a:r>
            <a:r>
              <a:rPr lang="en-GB" dirty="0"/>
              <a:t> </a:t>
            </a:r>
            <a:r>
              <a:rPr lang="en-GB" dirty="0" err="1"/>
              <a:t>genetici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BF79F2-0B9C-908C-26A4-FBE7245A9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414803"/>
            <a:ext cx="3259016" cy="3359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1C2B64-68BB-0478-A2B5-00466029B26F}"/>
              </a:ext>
            </a:extLst>
          </p:cNvPr>
          <p:cNvSpPr txBox="1"/>
          <p:nvPr/>
        </p:nvSpPr>
        <p:spPr>
          <a:xfrm>
            <a:off x="596246" y="2217263"/>
            <a:ext cx="374199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Selecție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: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părinți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aleși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după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fitness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Crossover: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combină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soluții</a:t>
            </a:r>
            <a:endParaRPr kumimoji="0" lang="en-US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ira" panose="020B0604020202020204" charset="0"/>
              <a:sym typeface="Saira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Mutatie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: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modificări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aleatorii</a:t>
            </a:r>
            <a:endParaRPr kumimoji="0" lang="en-US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ira" panose="020B0604020202020204" charset="0"/>
              <a:sym typeface="Saira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Elitism: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păstrează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cei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mai</a:t>
            </a:r>
            <a:r>
              <a:rPr kumimoji="0" lang="en-US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 </a:t>
            </a:r>
            <a:r>
              <a:rPr kumimoji="0" lang="en-US" altLang="en-US" sz="18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ira" panose="020B0604020202020204" charset="0"/>
                <a:sym typeface="Saira"/>
              </a:rPr>
              <a:t>buni</a:t>
            </a:r>
            <a:endParaRPr kumimoji="0" lang="en-US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ira" panose="020B0604020202020204" charset="0"/>
              <a:sym typeface="Saira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 typeface="Arial" panose="020B0604020202020204" pitchFamily="34" charset="0"/>
              <a:buChar char="•"/>
              <a:tabLst/>
              <a:defRPr/>
            </a:pPr>
            <a:endParaRPr kumimoji="0" lang="en-US" alt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ira" panose="020B0604020202020204" charset="0"/>
              <a:sym typeface="Sair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4" name="Google Shape;1604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 err="1"/>
              <a:t>Rezultate</a:t>
            </a:r>
            <a:r>
              <a:rPr lang="en-GB" dirty="0"/>
              <a:t> </a:t>
            </a:r>
            <a:r>
              <a:rPr lang="en-GB" dirty="0" err="1"/>
              <a:t>și</a:t>
            </a:r>
            <a:r>
              <a:rPr lang="en-GB" dirty="0"/>
              <a:t> </a:t>
            </a:r>
            <a:r>
              <a:rPr lang="en-GB" dirty="0" err="1"/>
              <a:t>Concluzii</a:t>
            </a:r>
            <a:endParaRPr dirty="0"/>
          </a:p>
        </p:txBody>
      </p:sp>
      <p:sp>
        <p:nvSpPr>
          <p:cNvPr id="25" name="Rectangle 2">
            <a:extLst>
              <a:ext uri="{FF2B5EF4-FFF2-40B4-BE49-F238E27FC236}">
                <a16:creationId xmlns:a16="http://schemas.microsoft.com/office/drawing/2014/main" id="{D54A2F59-52EF-2B1E-56EE-434E03F7BA6D}"/>
              </a:ext>
            </a:extLst>
          </p:cNvPr>
          <p:cNvSpPr>
            <a:spLocks noGrp="1" noChangeArrowheads="1"/>
          </p:cNvSpPr>
          <p:nvPr>
            <p:ph type="subTitle" idx="4"/>
          </p:nvPr>
        </p:nvSpPr>
        <p:spPr bwMode="auto">
          <a:xfrm>
            <a:off x="977342" y="1244464"/>
            <a:ext cx="4641421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Soluții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eficiente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pentru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40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clienți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Cost total minim: 1234.56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Vehicule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utilizate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: 7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Vizualizare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rutelor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finale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GA cu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mutație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adaptivă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și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 elitism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aira" panose="020B0604020202020204" charset="0"/>
              </a:rPr>
              <a:t>eficient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aira" panose="020B060402020202020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636300-0181-F9DE-1FEF-01F98CDEE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0160" y="1325725"/>
            <a:ext cx="2205870" cy="33088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AC83F6B-71AE-5294-4808-4915CE80D9B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6423"/>
          <a:stretch>
            <a:fillRect/>
          </a:stretch>
        </p:blipFill>
        <p:spPr>
          <a:xfrm rot="16200000">
            <a:off x="2252305" y="1818704"/>
            <a:ext cx="1857737" cy="37739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Google Shape;1626;p39"/>
          <p:cNvSpPr txBox="1">
            <a:spLocks noGrp="1"/>
          </p:cNvSpPr>
          <p:nvPr>
            <p:ph type="title"/>
          </p:nvPr>
        </p:nvSpPr>
        <p:spPr>
          <a:xfrm>
            <a:off x="1217998" y="583475"/>
            <a:ext cx="6708004" cy="198827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GB" b="1" dirty="0" err="1"/>
              <a:t>Vă</a:t>
            </a:r>
            <a:r>
              <a:rPr lang="en-GB" b="1" dirty="0"/>
              <a:t> </a:t>
            </a:r>
            <a:r>
              <a:rPr lang="en-GB" b="1" dirty="0" err="1"/>
              <a:t>mulțumim</a:t>
            </a:r>
            <a:r>
              <a:rPr lang="en-GB" b="1" dirty="0"/>
              <a:t> </a:t>
            </a:r>
            <a:r>
              <a:rPr lang="en-GB" b="1" dirty="0" err="1"/>
              <a:t>pentru</a:t>
            </a:r>
            <a:r>
              <a:rPr lang="en-GB" b="1" dirty="0"/>
              <a:t> </a:t>
            </a:r>
            <a:r>
              <a:rPr lang="en-GB" b="1" dirty="0" err="1"/>
              <a:t>atenție</a:t>
            </a:r>
            <a:r>
              <a:rPr lang="en-GB" b="1" dirty="0"/>
              <a:t>!</a:t>
            </a:r>
          </a:p>
        </p:txBody>
      </p:sp>
      <p:cxnSp>
        <p:nvCxnSpPr>
          <p:cNvPr id="1628" name="Google Shape;1628;p39"/>
          <p:cNvCxnSpPr/>
          <p:nvPr/>
        </p:nvCxnSpPr>
        <p:spPr>
          <a:xfrm>
            <a:off x="2859300" y="2463197"/>
            <a:ext cx="34254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oval" w="med" len="med"/>
            <a:tailEnd type="oval" w="med" len="med"/>
          </a:ln>
        </p:spPr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94AF12FF-0E37-0DD0-D306-753E063C96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532"/>
          <a:stretch>
            <a:fillRect/>
          </a:stretch>
        </p:blipFill>
        <p:spPr>
          <a:xfrm>
            <a:off x="2859300" y="2649722"/>
            <a:ext cx="3425400" cy="2215361"/>
          </a:xfrm>
          <a:prstGeom prst="rect">
            <a:avLst/>
          </a:prstGeom>
          <a:effectLst>
            <a:softEdge rad="29210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Information Technology Project Proposal by Slidesgo">
  <a:themeElements>
    <a:clrScheme name="Simple Light">
      <a:dk1>
        <a:srgbClr val="FFFFFF"/>
      </a:dk1>
      <a:lt1>
        <a:srgbClr val="000000"/>
      </a:lt1>
      <a:dk2>
        <a:srgbClr val="B7B7B7"/>
      </a:dk2>
      <a:lt2>
        <a:srgbClr val="EFEFEF"/>
      </a:lt2>
      <a:accent1>
        <a:srgbClr val="CCCCCC"/>
      </a:accent1>
      <a:accent2>
        <a:srgbClr val="66666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160</Words>
  <Application>Microsoft Office PowerPoint</Application>
  <PresentationFormat>On-screen Show (16:9)</PresentationFormat>
  <Paragraphs>30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Saira</vt:lpstr>
      <vt:lpstr>Nunito Light</vt:lpstr>
      <vt:lpstr>Aldrich</vt:lpstr>
      <vt:lpstr>Open Sans</vt:lpstr>
      <vt:lpstr>Arial</vt:lpstr>
      <vt:lpstr>Information Technology Project Proposal by Slidesgo</vt:lpstr>
      <vt:lpstr>Soluționarea problemei CVRP folosind Algoritmi Genetici</vt:lpstr>
      <vt:lpstr>Ce este CVRP?</vt:lpstr>
      <vt:lpstr>De ce algoritm genetic?</vt:lpstr>
      <vt:lpstr>Structura soluției și evaluare</vt:lpstr>
      <vt:lpstr>Operatorii genetici</vt:lpstr>
      <vt:lpstr>Rezultate și Concluzii</vt:lpstr>
      <vt:lpstr>Vă mulțumim pentru atenție!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Emma Anita Szigeti</cp:lastModifiedBy>
  <cp:revision>2</cp:revision>
  <dcterms:modified xsi:type="dcterms:W3CDTF">2026-01-11T16:14:45Z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b58b62f-6f94-46bd-8089-18e64b0a9abb_Enabled">
    <vt:lpwstr>true</vt:lpwstr>
  </property>
  <property fmtid="{D5CDD505-2E9C-101B-9397-08002B2CF9AE}" pid="3" name="MSIP_Label_5b58b62f-6f94-46bd-8089-18e64b0a9abb_SetDate">
    <vt:lpwstr>2025-12-08T22:39:19Z</vt:lpwstr>
  </property>
  <property fmtid="{D5CDD505-2E9C-101B-9397-08002B2CF9AE}" pid="4" name="MSIP_Label_5b58b62f-6f94-46bd-8089-18e64b0a9abb_Method">
    <vt:lpwstr>Standard</vt:lpwstr>
  </property>
  <property fmtid="{D5CDD505-2E9C-101B-9397-08002B2CF9AE}" pid="5" name="MSIP_Label_5b58b62f-6f94-46bd-8089-18e64b0a9abb_Name">
    <vt:lpwstr>defa4170-0d19-0005-0004-bc88714345d2</vt:lpwstr>
  </property>
  <property fmtid="{D5CDD505-2E9C-101B-9397-08002B2CF9AE}" pid="6" name="MSIP_Label_5b58b62f-6f94-46bd-8089-18e64b0a9abb_SiteId">
    <vt:lpwstr>a6eb79fa-c4a9-4cce-818d-b85274d15305</vt:lpwstr>
  </property>
  <property fmtid="{D5CDD505-2E9C-101B-9397-08002B2CF9AE}" pid="7" name="MSIP_Label_5b58b62f-6f94-46bd-8089-18e64b0a9abb_ActionId">
    <vt:lpwstr>7a4c7ba6-8f86-44fd-8b32-c8fd3844541b</vt:lpwstr>
  </property>
  <property fmtid="{D5CDD505-2E9C-101B-9397-08002B2CF9AE}" pid="8" name="MSIP_Label_5b58b62f-6f94-46bd-8089-18e64b0a9abb_ContentBits">
    <vt:lpwstr>0</vt:lpwstr>
  </property>
  <property fmtid="{D5CDD505-2E9C-101B-9397-08002B2CF9AE}" pid="9" name="MSIP_Label_5b58b62f-6f94-46bd-8089-18e64b0a9abb_Tag">
    <vt:lpwstr>10, 3, 0, 1</vt:lpwstr>
  </property>
</Properties>
</file>