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9"/>
  </p:notesMasterIdLst>
  <p:sldIdLst>
    <p:sldId id="256" r:id="rId2"/>
    <p:sldId id="259" r:id="rId3"/>
    <p:sldId id="257" r:id="rId4"/>
    <p:sldId id="258" r:id="rId5"/>
    <p:sldId id="261" r:id="rId6"/>
    <p:sldId id="264" r:id="rId7"/>
    <p:sldId id="266" r:id="rId8"/>
  </p:sldIdLst>
  <p:sldSz cx="9144000" cy="5143500" type="screen16x9"/>
  <p:notesSz cx="6858000" cy="9144000"/>
  <p:embeddedFontLst>
    <p:embeddedFont>
      <p:font typeface="Aldrich" panose="020B0604020202020204" charset="0"/>
      <p:regular r:id="rId10"/>
    </p:embeddedFont>
    <p:embeddedFont>
      <p:font typeface="Nunito Light" pitchFamily="2" charset="0"/>
      <p:regular r:id="rId11"/>
      <p:italic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Saira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FBD813-AFC1-4607-94C0-CC080D7C824D}">
  <a:tblStyle styleId="{04FBD813-AFC1-4607-94C0-CC080D7C82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3B7932-3D86-4ACB-8174-57502EFA2ED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1e81e8eaf55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1e81e8eaf55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1e81e8eaf5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1e81e8eaf5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1e81e8eaf55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1e81e8eaf55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1e839195da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1e839195da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1e839195da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1e839195dab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-1684333" y="361707"/>
            <a:ext cx="3423458" cy="1696293"/>
            <a:chOff x="-1684333" y="361707"/>
            <a:chExt cx="3423458" cy="1696293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8" name="Google Shape;78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45200" y="880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1775" y="739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7378900" y="3638900"/>
            <a:ext cx="3965187" cy="1653150"/>
            <a:chOff x="7378900" y="3638900"/>
            <a:chExt cx="3965187" cy="1653150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2" name="Google Shape;112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8900" y="4114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7650" y="3638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>
            <a:spLocks noGrp="1"/>
          </p:cNvSpPr>
          <p:nvPr>
            <p:ph type="subTitle" idx="1"/>
          </p:nvPr>
        </p:nvSpPr>
        <p:spPr>
          <a:xfrm>
            <a:off x="1363388" y="2048300"/>
            <a:ext cx="30015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2"/>
          </p:nvPr>
        </p:nvSpPr>
        <p:spPr>
          <a:xfrm>
            <a:off x="4779112" y="2048300"/>
            <a:ext cx="30015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subTitle" idx="3"/>
          </p:nvPr>
        </p:nvSpPr>
        <p:spPr>
          <a:xfrm>
            <a:off x="1363388" y="2535500"/>
            <a:ext cx="3001500" cy="13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4"/>
          </p:nvPr>
        </p:nvSpPr>
        <p:spPr>
          <a:xfrm>
            <a:off x="4779110" y="2535500"/>
            <a:ext cx="3001500" cy="13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1" name="Google Shape;121;p5"/>
          <p:cNvGrpSpPr/>
          <p:nvPr/>
        </p:nvGrpSpPr>
        <p:grpSpPr>
          <a:xfrm>
            <a:off x="-500554" y="-1910625"/>
            <a:ext cx="1580562" cy="3381325"/>
            <a:chOff x="-500554" y="-1910625"/>
            <a:chExt cx="1580562" cy="3381325"/>
          </a:xfrm>
        </p:grpSpPr>
        <p:grpSp>
          <p:nvGrpSpPr>
            <p:cNvPr id="122" name="Google Shape;122;p5"/>
            <p:cNvGrpSpPr/>
            <p:nvPr/>
          </p:nvGrpSpPr>
          <p:grpSpPr>
            <a:xfrm rot="5400000" flipH="1">
              <a:off x="-1326644" y="-1084534"/>
              <a:ext cx="3232743" cy="1580562"/>
              <a:chOff x="2191675" y="4192425"/>
              <a:chExt cx="1929650" cy="943450"/>
            </a:xfrm>
          </p:grpSpPr>
          <p:sp>
            <p:nvSpPr>
              <p:cNvPr id="123" name="Google Shape;123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65" name="Google Shape;165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34525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5"/>
          <p:cNvGrpSpPr/>
          <p:nvPr/>
        </p:nvGrpSpPr>
        <p:grpSpPr>
          <a:xfrm>
            <a:off x="7678750" y="3705625"/>
            <a:ext cx="2067292" cy="3199279"/>
            <a:chOff x="7678750" y="3705625"/>
            <a:chExt cx="2067292" cy="3199279"/>
          </a:xfrm>
        </p:grpSpPr>
        <p:grpSp>
          <p:nvGrpSpPr>
            <p:cNvPr id="167" name="Google Shape;167;p5"/>
            <p:cNvGrpSpPr/>
            <p:nvPr/>
          </p:nvGrpSpPr>
          <p:grpSpPr>
            <a:xfrm rot="5400000" flipH="1">
              <a:off x="7465663" y="4624525"/>
              <a:ext cx="3063126" cy="1497633"/>
              <a:chOff x="2191675" y="4192425"/>
              <a:chExt cx="1929650" cy="94345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10" name="Google Shape;210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7875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94800" y="3705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3974167" y="788525"/>
            <a:ext cx="4175700" cy="12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body" idx="1"/>
          </p:nvPr>
        </p:nvSpPr>
        <p:spPr>
          <a:xfrm>
            <a:off x="3974169" y="1990075"/>
            <a:ext cx="4175700" cy="23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54" name="Google Shape;254;p7"/>
          <p:cNvSpPr>
            <a:spLocks noGrp="1"/>
          </p:cNvSpPr>
          <p:nvPr>
            <p:ph type="pic" idx="2"/>
          </p:nvPr>
        </p:nvSpPr>
        <p:spPr>
          <a:xfrm>
            <a:off x="994131" y="694950"/>
            <a:ext cx="2540700" cy="375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55" name="Google Shape;255;p7"/>
          <p:cNvGrpSpPr/>
          <p:nvPr/>
        </p:nvGrpSpPr>
        <p:grpSpPr>
          <a:xfrm>
            <a:off x="-1776656" y="986429"/>
            <a:ext cx="3025131" cy="1757025"/>
            <a:chOff x="-1776656" y="986429"/>
            <a:chExt cx="3025131" cy="1757025"/>
          </a:xfrm>
        </p:grpSpPr>
        <p:grpSp>
          <p:nvGrpSpPr>
            <p:cNvPr id="256" name="Google Shape;256;p7"/>
            <p:cNvGrpSpPr/>
            <p:nvPr/>
          </p:nvGrpSpPr>
          <p:grpSpPr>
            <a:xfrm>
              <a:off x="-1776656" y="986429"/>
              <a:ext cx="2590356" cy="1757025"/>
              <a:chOff x="-1776656" y="986429"/>
              <a:chExt cx="2590356" cy="1757025"/>
            </a:xfrm>
          </p:grpSpPr>
          <p:grpSp>
            <p:nvGrpSpPr>
              <p:cNvPr id="257" name="Google Shape;257;p7"/>
              <p:cNvGrpSpPr/>
              <p:nvPr/>
            </p:nvGrpSpPr>
            <p:grpSpPr>
              <a:xfrm flipH="1">
                <a:off x="-1776656" y="986429"/>
                <a:ext cx="2590356" cy="1757025"/>
                <a:chOff x="2280775" y="570800"/>
                <a:chExt cx="1702725" cy="1154950"/>
              </a:xfrm>
            </p:grpSpPr>
            <p:sp>
              <p:nvSpPr>
                <p:cNvPr id="258" name="Google Shape;258;p7"/>
                <p:cNvSpPr/>
                <p:nvPr/>
              </p:nvSpPr>
              <p:spPr>
                <a:xfrm>
                  <a:off x="2562775" y="1179175"/>
                  <a:ext cx="1420725" cy="5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29" h="21863" extrusionOk="0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777" y="871"/>
                      </a:lnTo>
                      <a:lnTo>
                        <a:pt x="777" y="6495"/>
                      </a:lnTo>
                      <a:lnTo>
                        <a:pt x="15843" y="21831"/>
                      </a:lnTo>
                      <a:lnTo>
                        <a:pt x="15875" y="21863"/>
                      </a:lnTo>
                      <a:lnTo>
                        <a:pt x="56828" y="21863"/>
                      </a:lnTo>
                      <a:lnTo>
                        <a:pt x="56828" y="21673"/>
                      </a:lnTo>
                      <a:lnTo>
                        <a:pt x="15954" y="21673"/>
                      </a:lnTo>
                      <a:lnTo>
                        <a:pt x="983" y="6416"/>
                      </a:lnTo>
                      <a:lnTo>
                        <a:pt x="983" y="776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2385350" y="1087275"/>
                  <a:ext cx="1598150" cy="57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26" h="22973" extrusionOk="0">
                      <a:moveTo>
                        <a:pt x="1901" y="1"/>
                      </a:moveTo>
                      <a:lnTo>
                        <a:pt x="0" y="1886"/>
                      </a:lnTo>
                      <a:lnTo>
                        <a:pt x="127" y="2013"/>
                      </a:lnTo>
                      <a:lnTo>
                        <a:pt x="1981" y="191"/>
                      </a:lnTo>
                      <a:lnTo>
                        <a:pt x="9363" y="191"/>
                      </a:lnTo>
                      <a:lnTo>
                        <a:pt x="9854" y="824"/>
                      </a:lnTo>
                      <a:lnTo>
                        <a:pt x="9854" y="8096"/>
                      </a:lnTo>
                      <a:lnTo>
                        <a:pt x="24636" y="22972"/>
                      </a:lnTo>
                      <a:lnTo>
                        <a:pt x="63925" y="22972"/>
                      </a:lnTo>
                      <a:lnTo>
                        <a:pt x="63925" y="22766"/>
                      </a:lnTo>
                      <a:lnTo>
                        <a:pt x="24715" y="22766"/>
                      </a:lnTo>
                      <a:lnTo>
                        <a:pt x="10060" y="8017"/>
                      </a:lnTo>
                      <a:lnTo>
                        <a:pt x="10060" y="745"/>
                      </a:lnTo>
                      <a:lnTo>
                        <a:pt x="94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7"/>
                <p:cNvSpPr/>
                <p:nvPr/>
              </p:nvSpPr>
              <p:spPr>
                <a:xfrm>
                  <a:off x="2329900" y="1057575"/>
                  <a:ext cx="1653600" cy="57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44" h="23163" extrusionOk="0">
                      <a:moveTo>
                        <a:pt x="0" y="0"/>
                      </a:moveTo>
                      <a:lnTo>
                        <a:pt x="0" y="190"/>
                      </a:lnTo>
                      <a:lnTo>
                        <a:pt x="12278" y="190"/>
                      </a:lnTo>
                      <a:lnTo>
                        <a:pt x="13070" y="808"/>
                      </a:lnTo>
                      <a:lnTo>
                        <a:pt x="13070" y="8777"/>
                      </a:lnTo>
                      <a:lnTo>
                        <a:pt x="27297" y="23131"/>
                      </a:lnTo>
                      <a:lnTo>
                        <a:pt x="27329" y="23162"/>
                      </a:lnTo>
                      <a:lnTo>
                        <a:pt x="66143" y="23162"/>
                      </a:lnTo>
                      <a:lnTo>
                        <a:pt x="66143" y="22972"/>
                      </a:lnTo>
                      <a:lnTo>
                        <a:pt x="27408" y="22972"/>
                      </a:lnTo>
                      <a:lnTo>
                        <a:pt x="13261" y="8698"/>
                      </a:lnTo>
                      <a:lnTo>
                        <a:pt x="13261" y="713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7"/>
                <p:cNvSpPr/>
                <p:nvPr/>
              </p:nvSpPr>
              <p:spPr>
                <a:xfrm>
                  <a:off x="2547725" y="1017975"/>
                  <a:ext cx="1435775" cy="59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31" h="23955" extrusionOk="0">
                      <a:moveTo>
                        <a:pt x="1" y="0"/>
                      </a:moveTo>
                      <a:lnTo>
                        <a:pt x="1" y="190"/>
                      </a:lnTo>
                      <a:lnTo>
                        <a:pt x="4310" y="190"/>
                      </a:lnTo>
                      <a:lnTo>
                        <a:pt x="5340" y="1172"/>
                      </a:lnTo>
                      <a:lnTo>
                        <a:pt x="5340" y="9854"/>
                      </a:lnTo>
                      <a:lnTo>
                        <a:pt x="19059" y="23922"/>
                      </a:lnTo>
                      <a:lnTo>
                        <a:pt x="19091" y="23954"/>
                      </a:lnTo>
                      <a:lnTo>
                        <a:pt x="57430" y="23954"/>
                      </a:lnTo>
                      <a:lnTo>
                        <a:pt x="57430" y="23764"/>
                      </a:lnTo>
                      <a:lnTo>
                        <a:pt x="19186" y="23764"/>
                      </a:lnTo>
                      <a:lnTo>
                        <a:pt x="5546" y="9775"/>
                      </a:lnTo>
                      <a:lnTo>
                        <a:pt x="5546" y="1093"/>
                      </a:lnTo>
                      <a:lnTo>
                        <a:pt x="4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2442775" y="978350"/>
                  <a:ext cx="1540725" cy="61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29" h="24557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9126" y="191"/>
                      </a:lnTo>
                      <a:lnTo>
                        <a:pt x="10330" y="1522"/>
                      </a:lnTo>
                      <a:lnTo>
                        <a:pt x="10330" y="10948"/>
                      </a:lnTo>
                      <a:lnTo>
                        <a:pt x="23733" y="24509"/>
                      </a:lnTo>
                      <a:lnTo>
                        <a:pt x="23780" y="24557"/>
                      </a:lnTo>
                      <a:lnTo>
                        <a:pt x="61628" y="24557"/>
                      </a:lnTo>
                      <a:lnTo>
                        <a:pt x="61628" y="24351"/>
                      </a:lnTo>
                      <a:lnTo>
                        <a:pt x="23859" y="24351"/>
                      </a:lnTo>
                      <a:lnTo>
                        <a:pt x="10536" y="10869"/>
                      </a:lnTo>
                      <a:lnTo>
                        <a:pt x="10536" y="1442"/>
                      </a:lnTo>
                      <a:lnTo>
                        <a:pt x="92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7"/>
                <p:cNvSpPr/>
                <p:nvPr/>
              </p:nvSpPr>
              <p:spPr>
                <a:xfrm>
                  <a:off x="2676850" y="934800"/>
                  <a:ext cx="1306650" cy="63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66" h="25507" extrusionOk="0">
                      <a:moveTo>
                        <a:pt x="143" y="0"/>
                      </a:moveTo>
                      <a:lnTo>
                        <a:pt x="0" y="143"/>
                      </a:lnTo>
                      <a:lnTo>
                        <a:pt x="1965" y="2060"/>
                      </a:lnTo>
                      <a:lnTo>
                        <a:pt x="1965" y="12183"/>
                      </a:lnTo>
                      <a:lnTo>
                        <a:pt x="14845" y="25459"/>
                      </a:lnTo>
                      <a:lnTo>
                        <a:pt x="14892" y="25507"/>
                      </a:lnTo>
                      <a:lnTo>
                        <a:pt x="52265" y="25507"/>
                      </a:lnTo>
                      <a:lnTo>
                        <a:pt x="52265" y="25301"/>
                      </a:lnTo>
                      <a:lnTo>
                        <a:pt x="14972" y="25301"/>
                      </a:lnTo>
                      <a:lnTo>
                        <a:pt x="2155" y="12104"/>
                      </a:lnTo>
                      <a:lnTo>
                        <a:pt x="2155" y="198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2508525" y="824675"/>
                  <a:ext cx="1474975" cy="7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99" h="28914" extrusionOk="0">
                      <a:moveTo>
                        <a:pt x="3391" y="1"/>
                      </a:moveTo>
                      <a:lnTo>
                        <a:pt x="0" y="3439"/>
                      </a:lnTo>
                      <a:lnTo>
                        <a:pt x="143" y="3565"/>
                      </a:lnTo>
                      <a:lnTo>
                        <a:pt x="3470" y="207"/>
                      </a:lnTo>
                      <a:lnTo>
                        <a:pt x="6337" y="207"/>
                      </a:lnTo>
                      <a:lnTo>
                        <a:pt x="9490" y="3407"/>
                      </a:lnTo>
                      <a:lnTo>
                        <a:pt x="9490" y="16081"/>
                      </a:lnTo>
                      <a:lnTo>
                        <a:pt x="22085" y="28882"/>
                      </a:lnTo>
                      <a:lnTo>
                        <a:pt x="22101" y="28914"/>
                      </a:lnTo>
                      <a:lnTo>
                        <a:pt x="58998" y="28914"/>
                      </a:lnTo>
                      <a:lnTo>
                        <a:pt x="58998" y="28724"/>
                      </a:lnTo>
                      <a:lnTo>
                        <a:pt x="22180" y="28724"/>
                      </a:lnTo>
                      <a:lnTo>
                        <a:pt x="9680" y="16002"/>
                      </a:lnTo>
                      <a:lnTo>
                        <a:pt x="9680" y="3328"/>
                      </a:lnTo>
                      <a:lnTo>
                        <a:pt x="64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7"/>
                <p:cNvSpPr/>
                <p:nvPr/>
              </p:nvSpPr>
              <p:spPr>
                <a:xfrm>
                  <a:off x="2413850" y="804875"/>
                  <a:ext cx="1569650" cy="71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86" h="28724" extrusionOk="0">
                      <a:moveTo>
                        <a:pt x="7178" y="1"/>
                      </a:moveTo>
                      <a:lnTo>
                        <a:pt x="4738" y="2377"/>
                      </a:lnTo>
                      <a:lnTo>
                        <a:pt x="1" y="2377"/>
                      </a:lnTo>
                      <a:lnTo>
                        <a:pt x="1" y="2583"/>
                      </a:lnTo>
                      <a:lnTo>
                        <a:pt x="4817" y="2583"/>
                      </a:lnTo>
                      <a:lnTo>
                        <a:pt x="7257" y="207"/>
                      </a:lnTo>
                      <a:lnTo>
                        <a:pt x="10901" y="207"/>
                      </a:lnTo>
                      <a:lnTo>
                        <a:pt x="14259" y="3597"/>
                      </a:lnTo>
                      <a:lnTo>
                        <a:pt x="14259" y="16382"/>
                      </a:lnTo>
                      <a:lnTo>
                        <a:pt x="26347" y="28676"/>
                      </a:lnTo>
                      <a:lnTo>
                        <a:pt x="26363" y="28723"/>
                      </a:lnTo>
                      <a:lnTo>
                        <a:pt x="62785" y="28723"/>
                      </a:lnTo>
                      <a:lnTo>
                        <a:pt x="62785" y="28517"/>
                      </a:lnTo>
                      <a:lnTo>
                        <a:pt x="26442" y="28517"/>
                      </a:lnTo>
                      <a:lnTo>
                        <a:pt x="14465" y="16303"/>
                      </a:lnTo>
                      <a:lnTo>
                        <a:pt x="14465" y="3502"/>
                      </a:lnTo>
                      <a:lnTo>
                        <a:pt x="109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7"/>
                <p:cNvSpPr/>
                <p:nvPr/>
              </p:nvSpPr>
              <p:spPr>
                <a:xfrm>
                  <a:off x="2946975" y="1316600"/>
                  <a:ext cx="1036525" cy="16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61" h="6671" extrusionOk="0">
                      <a:moveTo>
                        <a:pt x="143" y="0"/>
                      </a:moveTo>
                      <a:lnTo>
                        <a:pt x="0" y="127"/>
                      </a:lnTo>
                      <a:lnTo>
                        <a:pt x="6559" y="6670"/>
                      </a:lnTo>
                      <a:lnTo>
                        <a:pt x="41460" y="6670"/>
                      </a:lnTo>
                      <a:lnTo>
                        <a:pt x="41460" y="6464"/>
                      </a:lnTo>
                      <a:lnTo>
                        <a:pt x="6638" y="6464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7"/>
                <p:cNvSpPr/>
                <p:nvPr/>
              </p:nvSpPr>
              <p:spPr>
                <a:xfrm>
                  <a:off x="2770325" y="666250"/>
                  <a:ext cx="1213175" cy="75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7" h="30102" extrusionOk="0">
                      <a:moveTo>
                        <a:pt x="0" y="1"/>
                      </a:moveTo>
                      <a:lnTo>
                        <a:pt x="0" y="2979"/>
                      </a:lnTo>
                      <a:lnTo>
                        <a:pt x="2377" y="5292"/>
                      </a:lnTo>
                      <a:lnTo>
                        <a:pt x="2377" y="19725"/>
                      </a:lnTo>
                      <a:lnTo>
                        <a:pt x="13039" y="30102"/>
                      </a:lnTo>
                      <a:lnTo>
                        <a:pt x="48526" y="30102"/>
                      </a:lnTo>
                      <a:lnTo>
                        <a:pt x="48526" y="29912"/>
                      </a:lnTo>
                      <a:lnTo>
                        <a:pt x="13118" y="29912"/>
                      </a:lnTo>
                      <a:lnTo>
                        <a:pt x="2583" y="19630"/>
                      </a:lnTo>
                      <a:lnTo>
                        <a:pt x="2583" y="5213"/>
                      </a:lnTo>
                      <a:lnTo>
                        <a:pt x="206" y="2900"/>
                      </a:lnTo>
                      <a:lnTo>
                        <a:pt x="20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7"/>
                <p:cNvSpPr/>
                <p:nvPr/>
              </p:nvSpPr>
              <p:spPr>
                <a:xfrm>
                  <a:off x="2864575" y="798150"/>
                  <a:ext cx="1118925" cy="60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7" h="24240" extrusionOk="0">
                      <a:moveTo>
                        <a:pt x="1" y="0"/>
                      </a:moveTo>
                      <a:lnTo>
                        <a:pt x="1" y="14132"/>
                      </a:lnTo>
                      <a:lnTo>
                        <a:pt x="10140" y="24240"/>
                      </a:lnTo>
                      <a:lnTo>
                        <a:pt x="44756" y="24240"/>
                      </a:lnTo>
                      <a:lnTo>
                        <a:pt x="44756" y="24034"/>
                      </a:lnTo>
                      <a:lnTo>
                        <a:pt x="10219" y="24034"/>
                      </a:lnTo>
                      <a:lnTo>
                        <a:pt x="191" y="14053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7"/>
                <p:cNvSpPr/>
                <p:nvPr/>
              </p:nvSpPr>
              <p:spPr>
                <a:xfrm>
                  <a:off x="2857050" y="695175"/>
                  <a:ext cx="1126450" cy="68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58" h="27361" extrusionOk="0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1680" y="1901"/>
                      </a:lnTo>
                      <a:lnTo>
                        <a:pt x="1680" y="17760"/>
                      </a:lnTo>
                      <a:lnTo>
                        <a:pt x="11503" y="27361"/>
                      </a:lnTo>
                      <a:lnTo>
                        <a:pt x="45057" y="27361"/>
                      </a:lnTo>
                      <a:lnTo>
                        <a:pt x="45057" y="27170"/>
                      </a:lnTo>
                      <a:lnTo>
                        <a:pt x="11582" y="27170"/>
                      </a:lnTo>
                      <a:lnTo>
                        <a:pt x="1886" y="17681"/>
                      </a:lnTo>
                      <a:lnTo>
                        <a:pt x="1886" y="1822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7"/>
                <p:cNvSpPr/>
                <p:nvPr/>
              </p:nvSpPr>
              <p:spPr>
                <a:xfrm>
                  <a:off x="2567525" y="596950"/>
                  <a:ext cx="1415975" cy="7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39" h="29120" extrusionOk="0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2247" y="206"/>
                      </a:lnTo>
                      <a:lnTo>
                        <a:pt x="15241" y="3296"/>
                      </a:lnTo>
                      <a:lnTo>
                        <a:pt x="15241" y="20279"/>
                      </a:lnTo>
                      <a:lnTo>
                        <a:pt x="24256" y="29119"/>
                      </a:lnTo>
                      <a:lnTo>
                        <a:pt x="56638" y="29119"/>
                      </a:lnTo>
                      <a:lnTo>
                        <a:pt x="56638" y="28913"/>
                      </a:lnTo>
                      <a:lnTo>
                        <a:pt x="24335" y="28913"/>
                      </a:lnTo>
                      <a:lnTo>
                        <a:pt x="15447" y="20200"/>
                      </a:lnTo>
                      <a:lnTo>
                        <a:pt x="15447" y="3216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7"/>
                <p:cNvSpPr/>
                <p:nvPr/>
              </p:nvSpPr>
              <p:spPr>
                <a:xfrm>
                  <a:off x="2357225" y="1123325"/>
                  <a:ext cx="46750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1854" extrusionOk="0">
                      <a:moveTo>
                        <a:pt x="935" y="0"/>
                      </a:moveTo>
                      <a:cubicBezTo>
                        <a:pt x="428" y="0"/>
                        <a:pt x="1" y="412"/>
                        <a:pt x="1" y="935"/>
                      </a:cubicBezTo>
                      <a:cubicBezTo>
                        <a:pt x="1" y="1442"/>
                        <a:pt x="428" y="1854"/>
                        <a:pt x="935" y="1854"/>
                      </a:cubicBezTo>
                      <a:cubicBezTo>
                        <a:pt x="1458" y="1854"/>
                        <a:pt x="1870" y="1442"/>
                        <a:pt x="1870" y="935"/>
                      </a:cubicBezTo>
                      <a:cubicBezTo>
                        <a:pt x="1870" y="412"/>
                        <a:pt x="1458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2748525" y="633375"/>
                  <a:ext cx="46775" cy="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1855" extrusionOk="0">
                      <a:moveTo>
                        <a:pt x="936" y="1"/>
                      </a:moveTo>
                      <a:cubicBezTo>
                        <a:pt x="413" y="1"/>
                        <a:pt x="1" y="413"/>
                        <a:pt x="1" y="920"/>
                      </a:cubicBezTo>
                      <a:cubicBezTo>
                        <a:pt x="1" y="1443"/>
                        <a:pt x="413" y="1854"/>
                        <a:pt x="936" y="1854"/>
                      </a:cubicBezTo>
                      <a:cubicBezTo>
                        <a:pt x="1443" y="1854"/>
                        <a:pt x="1870" y="1443"/>
                        <a:pt x="1870" y="920"/>
                      </a:cubicBezTo>
                      <a:cubicBezTo>
                        <a:pt x="1870" y="413"/>
                        <a:pt x="1443" y="1"/>
                        <a:pt x="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2842800" y="682900"/>
                  <a:ext cx="46375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54" extrusionOk="0">
                      <a:moveTo>
                        <a:pt x="919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19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2530700" y="1148275"/>
                  <a:ext cx="46375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54" extrusionOk="0">
                      <a:moveTo>
                        <a:pt x="935" y="0"/>
                      </a:moveTo>
                      <a:cubicBezTo>
                        <a:pt x="412" y="0"/>
                        <a:pt x="1" y="412"/>
                        <a:pt x="1" y="919"/>
                      </a:cubicBezTo>
                      <a:cubicBezTo>
                        <a:pt x="1" y="1442"/>
                        <a:pt x="412" y="1854"/>
                        <a:pt x="935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2916875" y="1286900"/>
                  <a:ext cx="46750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1854" extrusionOk="0">
                      <a:moveTo>
                        <a:pt x="935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35" y="1854"/>
                      </a:cubicBezTo>
                      <a:cubicBezTo>
                        <a:pt x="1442" y="1854"/>
                        <a:pt x="1869" y="1442"/>
                        <a:pt x="1869" y="919"/>
                      </a:cubicBezTo>
                      <a:cubicBezTo>
                        <a:pt x="1869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2280775" y="1031425"/>
                  <a:ext cx="51525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1" extrusionOk="0">
                      <a:moveTo>
                        <a:pt x="1031" y="207"/>
                      </a:moveTo>
                      <a:cubicBezTo>
                        <a:pt x="1490" y="207"/>
                        <a:pt x="1854" y="587"/>
                        <a:pt x="1854" y="1046"/>
                      </a:cubicBezTo>
                      <a:cubicBezTo>
                        <a:pt x="1854" y="1506"/>
                        <a:pt x="1490" y="1870"/>
                        <a:pt x="1031" y="1870"/>
                      </a:cubicBezTo>
                      <a:cubicBezTo>
                        <a:pt x="571" y="1870"/>
                        <a:pt x="191" y="1506"/>
                        <a:pt x="191" y="1046"/>
                      </a:cubicBezTo>
                      <a:cubicBezTo>
                        <a:pt x="191" y="587"/>
                        <a:pt x="571" y="207"/>
                        <a:pt x="1031" y="207"/>
                      </a:cubicBezTo>
                      <a:close/>
                      <a:moveTo>
                        <a:pt x="1031" y="1"/>
                      </a:moveTo>
                      <a:cubicBezTo>
                        <a:pt x="460" y="1"/>
                        <a:pt x="1" y="476"/>
                        <a:pt x="1" y="1030"/>
                      </a:cubicBezTo>
                      <a:cubicBezTo>
                        <a:pt x="1" y="1601"/>
                        <a:pt x="476" y="2060"/>
                        <a:pt x="1031" y="2060"/>
                      </a:cubicBezTo>
                      <a:cubicBezTo>
                        <a:pt x="1601" y="2060"/>
                        <a:pt x="2060" y="1601"/>
                        <a:pt x="2060" y="1030"/>
                      </a:cubicBezTo>
                      <a:cubicBezTo>
                        <a:pt x="2060" y="444"/>
                        <a:pt x="1585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2364750" y="842900"/>
                  <a:ext cx="51525" cy="5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77" extrusionOk="0">
                      <a:moveTo>
                        <a:pt x="1030" y="222"/>
                      </a:moveTo>
                      <a:cubicBezTo>
                        <a:pt x="1490" y="222"/>
                        <a:pt x="1870" y="603"/>
                        <a:pt x="1870" y="1062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6" y="1522"/>
                        <a:pt x="206" y="1062"/>
                      </a:cubicBezTo>
                      <a:cubicBezTo>
                        <a:pt x="206" y="603"/>
                        <a:pt x="587" y="222"/>
                        <a:pt x="1030" y="222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92"/>
                        <a:pt x="1" y="1046"/>
                      </a:cubicBezTo>
                      <a:cubicBezTo>
                        <a:pt x="1" y="1617"/>
                        <a:pt x="476" y="2076"/>
                        <a:pt x="1030" y="2076"/>
                      </a:cubicBezTo>
                      <a:cubicBezTo>
                        <a:pt x="1616" y="2076"/>
                        <a:pt x="2060" y="1617"/>
                        <a:pt x="2060" y="1046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2468925" y="9027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0" y="1870"/>
                        <a:pt x="190" y="1506"/>
                        <a:pt x="190" y="1046"/>
                      </a:cubicBezTo>
                      <a:cubicBezTo>
                        <a:pt x="190" y="587"/>
                        <a:pt x="570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584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2637250" y="8928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600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2394450" y="952225"/>
                  <a:ext cx="51525" cy="5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0" extrusionOk="0">
                      <a:moveTo>
                        <a:pt x="1030" y="206"/>
                      </a:moveTo>
                      <a:cubicBezTo>
                        <a:pt x="1490" y="206"/>
                        <a:pt x="1870" y="586"/>
                        <a:pt x="1870" y="1046"/>
                      </a:cubicBezTo>
                      <a:cubicBezTo>
                        <a:pt x="1870" y="1489"/>
                        <a:pt x="1490" y="1870"/>
                        <a:pt x="1030" y="1870"/>
                      </a:cubicBezTo>
                      <a:cubicBezTo>
                        <a:pt x="587" y="1870"/>
                        <a:pt x="207" y="1505"/>
                        <a:pt x="207" y="1046"/>
                      </a:cubicBezTo>
                      <a:cubicBezTo>
                        <a:pt x="207" y="586"/>
                        <a:pt x="587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60" y="0"/>
                        <a:pt x="1" y="475"/>
                        <a:pt x="1" y="1030"/>
                      </a:cubicBezTo>
                      <a:cubicBezTo>
                        <a:pt x="1" y="1600"/>
                        <a:pt x="476" y="2060"/>
                        <a:pt x="1030" y="2060"/>
                      </a:cubicBezTo>
                      <a:cubicBezTo>
                        <a:pt x="1617" y="2060"/>
                        <a:pt x="2060" y="1600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2498625" y="991825"/>
                  <a:ext cx="51500" cy="5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0" extrusionOk="0">
                      <a:moveTo>
                        <a:pt x="1030" y="206"/>
                      </a:moveTo>
                      <a:cubicBezTo>
                        <a:pt x="1489" y="206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44" y="0"/>
                        <a:pt x="0" y="476"/>
                        <a:pt x="0" y="1030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840025" y="749025"/>
                  <a:ext cx="51525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1" extrusionOk="0">
                      <a:moveTo>
                        <a:pt x="1030" y="223"/>
                      </a:moveTo>
                      <a:cubicBezTo>
                        <a:pt x="1490" y="223"/>
                        <a:pt x="1870" y="603"/>
                        <a:pt x="1870" y="1047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7" y="1506"/>
                        <a:pt x="207" y="1047"/>
                      </a:cubicBezTo>
                      <a:cubicBezTo>
                        <a:pt x="207" y="603"/>
                        <a:pt x="587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76"/>
                        <a:pt x="1" y="1031"/>
                      </a:cubicBezTo>
                      <a:cubicBezTo>
                        <a:pt x="1" y="1601"/>
                        <a:pt x="476" y="2060"/>
                        <a:pt x="1030" y="2060"/>
                      </a:cubicBezTo>
                      <a:cubicBezTo>
                        <a:pt x="1617" y="2060"/>
                        <a:pt x="2060" y="1601"/>
                        <a:pt x="2060" y="1031"/>
                      </a:cubicBezTo>
                      <a:cubicBezTo>
                        <a:pt x="2060" y="460"/>
                        <a:pt x="1601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518425" y="5708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23"/>
                      </a:moveTo>
                      <a:cubicBezTo>
                        <a:pt x="1490" y="223"/>
                        <a:pt x="1854" y="603"/>
                        <a:pt x="1854" y="1046"/>
                      </a:cubicBezTo>
                      <a:cubicBezTo>
                        <a:pt x="1854" y="1506"/>
                        <a:pt x="1490" y="1886"/>
                        <a:pt x="1030" y="1886"/>
                      </a:cubicBezTo>
                      <a:cubicBezTo>
                        <a:pt x="571" y="1886"/>
                        <a:pt x="191" y="1506"/>
                        <a:pt x="191" y="1046"/>
                      </a:cubicBezTo>
                      <a:cubicBezTo>
                        <a:pt x="191" y="603"/>
                        <a:pt x="571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1" y="2060"/>
                        <a:pt x="2060" y="1601"/>
                        <a:pt x="2060" y="1031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 flipH="1">
                <a:off x="-621102" y="1681604"/>
                <a:ext cx="831600" cy="831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2549"/>
                    </a:srgbClr>
                  </a:gs>
                  <a:gs pos="68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aira"/>
                  <a:ea typeface="Saira"/>
                  <a:cs typeface="Saira"/>
                  <a:sym typeface="Saira"/>
                </a:endParaRPr>
              </a:p>
            </p:txBody>
          </p:sp>
        </p:grpSp>
        <p:pic>
          <p:nvPicPr>
            <p:cNvPr id="285" name="Google Shape;285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25" y="127626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7"/>
          <p:cNvGrpSpPr/>
          <p:nvPr/>
        </p:nvGrpSpPr>
        <p:grpSpPr>
          <a:xfrm>
            <a:off x="7706000" y="3177613"/>
            <a:ext cx="1582102" cy="3138965"/>
            <a:chOff x="7706000" y="3177613"/>
            <a:chExt cx="1582102" cy="3138965"/>
          </a:xfrm>
        </p:grpSpPr>
        <p:grpSp>
          <p:nvGrpSpPr>
            <p:cNvPr id="287" name="Google Shape;287;p7"/>
            <p:cNvGrpSpPr/>
            <p:nvPr/>
          </p:nvGrpSpPr>
          <p:grpSpPr>
            <a:xfrm flipH="1">
              <a:off x="8246887" y="3744934"/>
              <a:ext cx="1041216" cy="2571644"/>
              <a:chOff x="4709050" y="974800"/>
              <a:chExt cx="684425" cy="1690425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09" name="Google Shape;309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72900" y="31776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06000" y="40771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1"/>
          <p:cNvSpPr txBox="1">
            <a:spLocks noGrp="1"/>
          </p:cNvSpPr>
          <p:nvPr>
            <p:ph type="title" hasCustomPrompt="1"/>
          </p:nvPr>
        </p:nvSpPr>
        <p:spPr>
          <a:xfrm>
            <a:off x="2159550" y="1527013"/>
            <a:ext cx="4824900" cy="117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7" name="Google Shape;497;p11"/>
          <p:cNvSpPr txBox="1">
            <a:spLocks noGrp="1"/>
          </p:cNvSpPr>
          <p:nvPr>
            <p:ph type="subTitle" idx="1"/>
          </p:nvPr>
        </p:nvSpPr>
        <p:spPr>
          <a:xfrm>
            <a:off x="2159550" y="3051213"/>
            <a:ext cx="48249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498" name="Google Shape;498;p11"/>
          <p:cNvGrpSpPr/>
          <p:nvPr/>
        </p:nvGrpSpPr>
        <p:grpSpPr>
          <a:xfrm>
            <a:off x="-1684333" y="361707"/>
            <a:ext cx="3475508" cy="1748318"/>
            <a:chOff x="-1684333" y="361707"/>
            <a:chExt cx="3475508" cy="1748318"/>
          </a:xfrm>
        </p:grpSpPr>
        <p:grpSp>
          <p:nvGrpSpPr>
            <p:cNvPr id="499" name="Google Shape;499;p11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1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1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1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1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1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1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1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21" name="Google Shape;521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13825" y="74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15425" y="93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29575" y="421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11"/>
          <p:cNvGrpSpPr/>
          <p:nvPr/>
        </p:nvGrpSpPr>
        <p:grpSpPr>
          <a:xfrm>
            <a:off x="7315700" y="3550475"/>
            <a:ext cx="4028387" cy="1908650"/>
            <a:chOff x="7315700" y="3550475"/>
            <a:chExt cx="4028387" cy="1908650"/>
          </a:xfrm>
        </p:grpSpPr>
        <p:grpSp>
          <p:nvGrpSpPr>
            <p:cNvPr id="525" name="Google Shape;525;p11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526" name="Google Shape;526;p11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1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1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1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1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56" name="Google Shape;556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15700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9575" y="35504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41625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3"/>
          <p:cNvSpPr txBox="1">
            <a:spLocks noGrp="1"/>
          </p:cNvSpPr>
          <p:nvPr>
            <p:ph type="title" hasCustomPrompt="1"/>
          </p:nvPr>
        </p:nvSpPr>
        <p:spPr>
          <a:xfrm>
            <a:off x="1293604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2" hasCustomPrompt="1"/>
          </p:nvPr>
        </p:nvSpPr>
        <p:spPr>
          <a:xfrm>
            <a:off x="3883926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title" idx="3" hasCustomPrompt="1"/>
          </p:nvPr>
        </p:nvSpPr>
        <p:spPr>
          <a:xfrm>
            <a:off x="6471600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>
            <a:spLocks noGrp="1"/>
          </p:cNvSpPr>
          <p:nvPr>
            <p:ph type="title" idx="4" hasCustomPrompt="1"/>
          </p:nvPr>
        </p:nvSpPr>
        <p:spPr>
          <a:xfrm>
            <a:off x="1293604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5" hasCustomPrompt="1"/>
          </p:nvPr>
        </p:nvSpPr>
        <p:spPr>
          <a:xfrm>
            <a:off x="3883926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title" idx="6" hasCustomPrompt="1"/>
          </p:nvPr>
        </p:nvSpPr>
        <p:spPr>
          <a:xfrm>
            <a:off x="6471600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>
            <a:spLocks noGrp="1"/>
          </p:cNvSpPr>
          <p:nvPr>
            <p:ph type="title" idx="7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subTitle" idx="1"/>
          </p:nvPr>
        </p:nvSpPr>
        <p:spPr>
          <a:xfrm>
            <a:off x="720002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8"/>
          </p:nvPr>
        </p:nvSpPr>
        <p:spPr>
          <a:xfrm>
            <a:off x="3310324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9"/>
          </p:nvPr>
        </p:nvSpPr>
        <p:spPr>
          <a:xfrm>
            <a:off x="5897998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subTitle" idx="13"/>
          </p:nvPr>
        </p:nvSpPr>
        <p:spPr>
          <a:xfrm>
            <a:off x="720002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4"/>
          </p:nvPr>
        </p:nvSpPr>
        <p:spPr>
          <a:xfrm>
            <a:off x="3310324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15"/>
          </p:nvPr>
        </p:nvSpPr>
        <p:spPr>
          <a:xfrm>
            <a:off x="5897998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575" name="Google Shape;575;p13"/>
          <p:cNvGrpSpPr/>
          <p:nvPr/>
        </p:nvGrpSpPr>
        <p:grpSpPr>
          <a:xfrm>
            <a:off x="7594475" y="-1910625"/>
            <a:ext cx="2151567" cy="3381325"/>
            <a:chOff x="7594475" y="-1910625"/>
            <a:chExt cx="2151567" cy="3381325"/>
          </a:xfrm>
        </p:grpSpPr>
        <p:grpSp>
          <p:nvGrpSpPr>
            <p:cNvPr id="576" name="Google Shape;576;p13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19" name="Google Shape;619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4475" y="-27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13"/>
          <p:cNvGrpSpPr/>
          <p:nvPr/>
        </p:nvGrpSpPr>
        <p:grpSpPr>
          <a:xfrm>
            <a:off x="-500554" y="3650100"/>
            <a:ext cx="2057554" cy="3254804"/>
            <a:chOff x="-500554" y="3650100"/>
            <a:chExt cx="2057554" cy="3254804"/>
          </a:xfrm>
        </p:grpSpPr>
        <p:grpSp>
          <p:nvGrpSpPr>
            <p:cNvPr id="622" name="Google Shape;622;p13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623" name="Google Shape;623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65" name="Google Shape;665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79650" y="4192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50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8" name="Google Shape;1048;p21"/>
          <p:cNvSpPr txBox="1">
            <a:spLocks noGrp="1"/>
          </p:cNvSpPr>
          <p:nvPr>
            <p:ph type="subTitle" idx="1"/>
          </p:nvPr>
        </p:nvSpPr>
        <p:spPr>
          <a:xfrm>
            <a:off x="720025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9" name="Google Shape;1049;p21"/>
          <p:cNvSpPr txBox="1">
            <a:spLocks noGrp="1"/>
          </p:cNvSpPr>
          <p:nvPr>
            <p:ph type="subTitle" idx="2"/>
          </p:nvPr>
        </p:nvSpPr>
        <p:spPr>
          <a:xfrm>
            <a:off x="342053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0" name="Google Shape;1050;p21"/>
          <p:cNvSpPr txBox="1">
            <a:spLocks noGrp="1"/>
          </p:cNvSpPr>
          <p:nvPr>
            <p:ph type="subTitle" idx="3"/>
          </p:nvPr>
        </p:nvSpPr>
        <p:spPr>
          <a:xfrm>
            <a:off x="612104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1" name="Google Shape;1051;p21"/>
          <p:cNvSpPr txBox="1">
            <a:spLocks noGrp="1"/>
          </p:cNvSpPr>
          <p:nvPr>
            <p:ph type="subTitle" idx="4"/>
          </p:nvPr>
        </p:nvSpPr>
        <p:spPr>
          <a:xfrm>
            <a:off x="720025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2" name="Google Shape;1052;p21"/>
          <p:cNvSpPr txBox="1">
            <a:spLocks noGrp="1"/>
          </p:cNvSpPr>
          <p:nvPr>
            <p:ph type="subTitle" idx="5"/>
          </p:nvPr>
        </p:nvSpPr>
        <p:spPr>
          <a:xfrm>
            <a:off x="342053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21"/>
          <p:cNvSpPr txBox="1">
            <a:spLocks noGrp="1"/>
          </p:cNvSpPr>
          <p:nvPr>
            <p:ph type="subTitle" idx="6"/>
          </p:nvPr>
        </p:nvSpPr>
        <p:spPr>
          <a:xfrm>
            <a:off x="612104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4" name="Google Shape;1054;p21"/>
          <p:cNvSpPr txBox="1">
            <a:spLocks noGrp="1"/>
          </p:cNvSpPr>
          <p:nvPr>
            <p:ph type="subTitle" idx="7"/>
          </p:nvPr>
        </p:nvSpPr>
        <p:spPr>
          <a:xfrm>
            <a:off x="715100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5" name="Google Shape;1055;p21"/>
          <p:cNvSpPr txBox="1">
            <a:spLocks noGrp="1"/>
          </p:cNvSpPr>
          <p:nvPr>
            <p:ph type="subTitle" idx="8"/>
          </p:nvPr>
        </p:nvSpPr>
        <p:spPr>
          <a:xfrm>
            <a:off x="3420538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6" name="Google Shape;1056;p21"/>
          <p:cNvSpPr txBox="1">
            <a:spLocks noGrp="1"/>
          </p:cNvSpPr>
          <p:nvPr>
            <p:ph type="subTitle" idx="9"/>
          </p:nvPr>
        </p:nvSpPr>
        <p:spPr>
          <a:xfrm>
            <a:off x="6125975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7" name="Google Shape;1057;p21"/>
          <p:cNvSpPr txBox="1">
            <a:spLocks noGrp="1"/>
          </p:cNvSpPr>
          <p:nvPr>
            <p:ph type="subTitle" idx="13"/>
          </p:nvPr>
        </p:nvSpPr>
        <p:spPr>
          <a:xfrm>
            <a:off x="715100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8" name="Google Shape;1058;p21"/>
          <p:cNvSpPr txBox="1">
            <a:spLocks noGrp="1"/>
          </p:cNvSpPr>
          <p:nvPr>
            <p:ph type="subTitle" idx="14"/>
          </p:nvPr>
        </p:nvSpPr>
        <p:spPr>
          <a:xfrm>
            <a:off x="3420538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9" name="Google Shape;1059;p21"/>
          <p:cNvSpPr txBox="1">
            <a:spLocks noGrp="1"/>
          </p:cNvSpPr>
          <p:nvPr>
            <p:ph type="subTitle" idx="15"/>
          </p:nvPr>
        </p:nvSpPr>
        <p:spPr>
          <a:xfrm>
            <a:off x="6125975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1060" name="Google Shape;1060;p21"/>
          <p:cNvGrpSpPr/>
          <p:nvPr/>
        </p:nvGrpSpPr>
        <p:grpSpPr>
          <a:xfrm>
            <a:off x="-1065554" y="3844475"/>
            <a:ext cx="2031529" cy="3268579"/>
            <a:chOff x="-500554" y="3636325"/>
            <a:chExt cx="2031529" cy="3268579"/>
          </a:xfrm>
        </p:grpSpPr>
        <p:grpSp>
          <p:nvGrpSpPr>
            <p:cNvPr id="1061" name="Google Shape;1061;p21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1062" name="Google Shape;1062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04" name="Google Shape;1104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53625" y="4124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363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6" name="Google Shape;1106;p21"/>
          <p:cNvGrpSpPr/>
          <p:nvPr/>
        </p:nvGrpSpPr>
        <p:grpSpPr>
          <a:xfrm>
            <a:off x="7590775" y="-1910625"/>
            <a:ext cx="2155267" cy="3391905"/>
            <a:chOff x="7590775" y="-1910625"/>
            <a:chExt cx="2155267" cy="3391905"/>
          </a:xfrm>
        </p:grpSpPr>
        <p:grpSp>
          <p:nvGrpSpPr>
            <p:cNvPr id="1107" name="Google Shape;1107;p21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1108" name="Google Shape;1108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50" name="Google Shape;1150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0775" y="-196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65475" y="30393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7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755187" y="1414340"/>
            <a:ext cx="7639822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dirty="0"/>
              <a:t>Soluționarea problemei CVRP folosind Algoritmi Genetici</a:t>
            </a:r>
            <a:endParaRPr dirty="0"/>
          </a:p>
        </p:txBody>
      </p:sp>
      <p:sp>
        <p:nvSpPr>
          <p:cNvPr id="1412" name="Google Shape;1412;p29"/>
          <p:cNvSpPr txBox="1">
            <a:spLocks noGrp="1"/>
          </p:cNvSpPr>
          <p:nvPr>
            <p:ph type="subTitle" idx="1"/>
          </p:nvPr>
        </p:nvSpPr>
        <p:spPr>
          <a:xfrm>
            <a:off x="1961831" y="3741190"/>
            <a:ext cx="5218800" cy="530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419" dirty="0"/>
              <a:t>Szigeti Emma Anita, S</a:t>
            </a:r>
            <a:r>
              <a:rPr lang="en-GB" dirty="0"/>
              <a:t>ă</a:t>
            </a:r>
            <a:r>
              <a:rPr lang="es-419" dirty="0" err="1"/>
              <a:t>lnicean</a:t>
            </a:r>
            <a:r>
              <a:rPr lang="es-419" dirty="0"/>
              <a:t> </a:t>
            </a:r>
            <a:r>
              <a:rPr lang="es-419" dirty="0" err="1"/>
              <a:t>Flaviu</a:t>
            </a:r>
            <a:r>
              <a:rPr lang="es-419" dirty="0"/>
              <a:t> Marian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- </a:t>
            </a:r>
            <a:r>
              <a:rPr lang="es-419" dirty="0" err="1"/>
              <a:t>Calculatoare</a:t>
            </a:r>
            <a:r>
              <a:rPr lang="es-419" dirty="0"/>
              <a:t> III -</a:t>
            </a:r>
            <a:endParaRPr dirty="0"/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45131" y="3681921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503151" y="-297377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32"/>
          <p:cNvSpPr txBox="1">
            <a:spLocks noGrp="1"/>
          </p:cNvSpPr>
          <p:nvPr>
            <p:ph type="body" idx="1"/>
          </p:nvPr>
        </p:nvSpPr>
        <p:spPr>
          <a:xfrm>
            <a:off x="4841358" y="2009279"/>
            <a:ext cx="3530008" cy="24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GB" sz="1800" dirty="0" err="1"/>
              <a:t>Avem</a:t>
            </a:r>
            <a:r>
              <a:rPr lang="en-GB" sz="1800" dirty="0"/>
              <a:t> </a:t>
            </a:r>
            <a:r>
              <a:rPr lang="en-GB" sz="1800" dirty="0" err="1"/>
              <a:t>locațiile</a:t>
            </a:r>
            <a:r>
              <a:rPr lang="en-GB" sz="1800" dirty="0"/>
              <a:t> </a:t>
            </a:r>
            <a:r>
              <a:rPr lang="en-GB" sz="1800" dirty="0" err="1"/>
              <a:t>depozitului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ale </a:t>
            </a:r>
            <a:r>
              <a:rPr lang="en-GB" sz="1800" dirty="0" err="1"/>
              <a:t>clienților</a:t>
            </a:r>
            <a:r>
              <a:rPr lang="en-GB" sz="1800" dirty="0"/>
              <a:t>, </a:t>
            </a:r>
            <a:r>
              <a:rPr lang="en-GB" sz="1800" dirty="0" err="1"/>
              <a:t>fiecare</a:t>
            </a:r>
            <a:r>
              <a:rPr lang="en-GB" sz="1800" dirty="0"/>
              <a:t> cu o </a:t>
            </a:r>
            <a:r>
              <a:rPr lang="en-GB" sz="1800" dirty="0" err="1"/>
              <a:t>cerere</a:t>
            </a:r>
            <a:r>
              <a:rPr lang="en-GB" sz="1800" dirty="0"/>
              <a:t> </a:t>
            </a:r>
            <a:r>
              <a:rPr lang="en-GB" sz="1800" dirty="0" err="1"/>
              <a:t>ce</a:t>
            </a:r>
            <a:r>
              <a:rPr lang="en-GB" sz="1800" dirty="0"/>
              <a:t> </a:t>
            </a:r>
            <a:r>
              <a:rPr lang="en-GB" sz="1800" dirty="0" err="1"/>
              <a:t>trebuie</a:t>
            </a:r>
            <a:r>
              <a:rPr lang="en-GB" sz="1800" dirty="0"/>
              <a:t> </a:t>
            </a:r>
            <a:r>
              <a:rPr lang="en-GB" sz="1800" dirty="0" err="1"/>
              <a:t>satisfăcută</a:t>
            </a:r>
            <a:r>
              <a:rPr lang="en-GB" sz="1800" dirty="0"/>
              <a:t>.</a:t>
            </a:r>
          </a:p>
          <a:p>
            <a:pPr marL="171450" lvl="0" indent="-171450">
              <a:buSzPct val="150000"/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171450" lvl="0" indent="-171450">
              <a:buSzPct val="150000"/>
              <a:buFont typeface="Arial" panose="020B0604020202020204" pitchFamily="34" charset="0"/>
              <a:buChar char="•"/>
            </a:pPr>
            <a:r>
              <a:rPr lang="en-GB" sz="1800" dirty="0" err="1"/>
              <a:t>Obiectivul</a:t>
            </a:r>
            <a:r>
              <a:rPr lang="en-GB" sz="1800" dirty="0"/>
              <a:t> </a:t>
            </a:r>
            <a:r>
              <a:rPr lang="en-GB" sz="1800" dirty="0" err="1"/>
              <a:t>este</a:t>
            </a:r>
            <a:r>
              <a:rPr lang="en-GB" sz="1800" dirty="0"/>
              <a:t> </a:t>
            </a:r>
            <a:r>
              <a:rPr lang="en-GB" sz="1800" dirty="0" err="1"/>
              <a:t>găsirea</a:t>
            </a:r>
            <a:r>
              <a:rPr lang="en-GB" sz="1800" dirty="0"/>
              <a:t> </a:t>
            </a:r>
            <a:r>
              <a:rPr lang="en-GB" sz="1800" dirty="0" err="1"/>
              <a:t>rutelor</a:t>
            </a:r>
            <a:r>
              <a:rPr lang="en-GB" sz="1800" dirty="0"/>
              <a:t> care </a:t>
            </a:r>
            <a:r>
              <a:rPr lang="en-GB" sz="1800" dirty="0" err="1"/>
              <a:t>minimizează</a:t>
            </a:r>
            <a:r>
              <a:rPr lang="en-GB" sz="1800" dirty="0"/>
              <a:t> </a:t>
            </a:r>
            <a:r>
              <a:rPr lang="en-GB" sz="1800" dirty="0" err="1"/>
              <a:t>costul</a:t>
            </a:r>
            <a:r>
              <a:rPr lang="en-GB" sz="1800" dirty="0"/>
              <a:t> total, </a:t>
            </a:r>
            <a:r>
              <a:rPr lang="en-GB" sz="1800" dirty="0" err="1"/>
              <a:t>respectând</a:t>
            </a:r>
            <a:r>
              <a:rPr lang="en-GB" sz="1800" dirty="0"/>
              <a:t> </a:t>
            </a:r>
            <a:r>
              <a:rPr lang="en-GB" sz="1800" dirty="0" err="1"/>
              <a:t>toate</a:t>
            </a:r>
            <a:r>
              <a:rPr lang="en-GB" sz="1800" dirty="0"/>
              <a:t> </a:t>
            </a:r>
            <a:r>
              <a:rPr lang="en-GB" sz="1800" dirty="0" err="1"/>
              <a:t>constrângerile</a:t>
            </a:r>
            <a:r>
              <a:rPr lang="en-GB" sz="1800" dirty="0"/>
              <a:t>.</a:t>
            </a:r>
          </a:p>
        </p:txBody>
      </p:sp>
      <p:sp>
        <p:nvSpPr>
          <p:cNvPr id="1527" name="Google Shape;1527;p32"/>
          <p:cNvSpPr txBox="1">
            <a:spLocks noGrp="1"/>
          </p:cNvSpPr>
          <p:nvPr>
            <p:ph type="title"/>
          </p:nvPr>
        </p:nvSpPr>
        <p:spPr>
          <a:xfrm>
            <a:off x="2737572" y="275476"/>
            <a:ext cx="3668856" cy="7000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Ce este CVRP?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E26F4A-0855-7AE8-1CA6-30774DAE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95" y="2090512"/>
            <a:ext cx="3609442" cy="22759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BABEEC-5274-8AD9-3E2D-423AD42F67A7}"/>
              </a:ext>
            </a:extLst>
          </p:cNvPr>
          <p:cNvSpPr txBox="1"/>
          <p:nvPr/>
        </p:nvSpPr>
        <p:spPr>
          <a:xfrm>
            <a:off x="1020725" y="1268691"/>
            <a:ext cx="7350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CVRP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este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 o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variantă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 a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problemei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rutării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vehiculelor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 care introduce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constrângerea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ira"/>
                <a:sym typeface="Saira"/>
              </a:rPr>
              <a:t> de capacitate.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30"/>
          <p:cNvSpPr txBox="1">
            <a:spLocks noGrp="1"/>
          </p:cNvSpPr>
          <p:nvPr>
            <p:ph type="title"/>
          </p:nvPr>
        </p:nvSpPr>
        <p:spPr>
          <a:xfrm>
            <a:off x="720000" y="671853"/>
            <a:ext cx="7704000" cy="7458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De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algoritm</a:t>
            </a:r>
            <a:r>
              <a:rPr lang="en-GB" dirty="0"/>
              <a:t> genetic?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BF1941-CA47-1614-C8AF-9D4EB42F61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67293" y="1656418"/>
            <a:ext cx="65567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Problemele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CVRP sunt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combinatoriale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și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complexe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Soluțiile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brute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devin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impracticabile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pentru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mulți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clienți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Algoritm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genetic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poate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găsi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soluții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bune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rapid.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Folosește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populație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selecție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, crossover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și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mutație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Permite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explorarea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diverselor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rute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simultan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31"/>
          <p:cNvSpPr txBox="1">
            <a:spLocks noGrp="1"/>
          </p:cNvSpPr>
          <p:nvPr>
            <p:ph type="title" idx="7"/>
          </p:nvPr>
        </p:nvSpPr>
        <p:spPr>
          <a:xfrm>
            <a:off x="720000" y="5619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 err="1"/>
              <a:t>Structura</a:t>
            </a:r>
            <a:r>
              <a:rPr lang="en-GB" dirty="0"/>
              <a:t> </a:t>
            </a:r>
            <a:r>
              <a:rPr lang="en-GB" dirty="0" err="1"/>
              <a:t>soluției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evaluare</a:t>
            </a:r>
            <a:endParaRPr dirty="0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5E316F2D-0B0F-F15B-35DF-34507A3428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2337" y="1344169"/>
            <a:ext cx="79035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Fiecare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soluție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este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reprezentată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printr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-un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cromozom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adică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o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permutare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clienților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Ordinea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clienților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din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cromozom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dictează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ordinea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vizitării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acestora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Rutele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se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formează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în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timpul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decodării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respectând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capacitatea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maximă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fiecărui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vehicul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Costul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total al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unei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soluții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este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de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distanța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parcursă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pe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toate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rutele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Fitness-ul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soluției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se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calculează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astfel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încât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soluțiile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bune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, cu cost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mic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și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respectarea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regulilor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primesc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valori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mari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 err="1"/>
              <a:t>Operatorii</a:t>
            </a:r>
            <a:r>
              <a:rPr lang="en-GB" dirty="0"/>
              <a:t> </a:t>
            </a:r>
            <a:r>
              <a:rPr lang="en-GB" dirty="0" err="1"/>
              <a:t>genetici</a:t>
            </a:r>
            <a:endParaRPr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2B7AC3E-B6C0-68FC-FC67-403BCE66D912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954029" y="1473742"/>
            <a:ext cx="40687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Selecție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alege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părinți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funcție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de fitness (ex: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rulete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Crossover: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combină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soluții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a genera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copii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(ex: cut-point).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Mutatie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schimbări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aleatorii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diversitate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(swap, inversion).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Elitism: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păstrează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cei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buni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indivizi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între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generații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BF79F2-0B9C-908C-26A4-FBE7245A9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318" y="1473742"/>
            <a:ext cx="3045653" cy="31393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 err="1"/>
              <a:t>Rezultate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Concluzii</a:t>
            </a:r>
            <a:endParaRPr dirty="0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D54A2F59-52EF-2B1E-56EE-434E03F7BA6D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300476" y="1282155"/>
            <a:ext cx="67228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Algoritmul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găsit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soluții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eficiente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pentru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CVRP cu (ex: 40) de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clienți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Cost total minim: (ex: 1234.56).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Număr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vehicule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utilizate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: (ex: 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Vizualizarea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rutelor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finale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ajută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la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înțelegerea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distribuției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livrărilor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ira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Algoritmul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genetic cu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mutație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adaptivă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și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selecție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cu elitism se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dovedește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eficient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pentru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probleme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mici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și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medii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39"/>
          <p:cNvSpPr txBox="1">
            <a:spLocks noGrp="1"/>
          </p:cNvSpPr>
          <p:nvPr>
            <p:ph type="title"/>
          </p:nvPr>
        </p:nvSpPr>
        <p:spPr>
          <a:xfrm>
            <a:off x="1217998" y="583475"/>
            <a:ext cx="6708004" cy="19882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b="1" dirty="0" err="1"/>
              <a:t>Vă</a:t>
            </a:r>
            <a:r>
              <a:rPr lang="en-GB" b="1" dirty="0"/>
              <a:t> </a:t>
            </a:r>
            <a:r>
              <a:rPr lang="en-GB" b="1" dirty="0" err="1"/>
              <a:t>mulțumim</a:t>
            </a:r>
            <a:r>
              <a:rPr lang="en-GB" b="1" dirty="0"/>
              <a:t> </a:t>
            </a:r>
            <a:r>
              <a:rPr lang="en-GB" b="1" dirty="0" err="1"/>
              <a:t>pentru</a:t>
            </a:r>
            <a:r>
              <a:rPr lang="en-GB" b="1" dirty="0"/>
              <a:t> </a:t>
            </a:r>
            <a:r>
              <a:rPr lang="en-GB" b="1" dirty="0" err="1"/>
              <a:t>atenție</a:t>
            </a:r>
            <a:r>
              <a:rPr lang="en-GB" b="1" dirty="0"/>
              <a:t>!</a:t>
            </a:r>
          </a:p>
        </p:txBody>
      </p:sp>
      <p:cxnSp>
        <p:nvCxnSpPr>
          <p:cNvPr id="1628" name="Google Shape;1628;p39"/>
          <p:cNvCxnSpPr/>
          <p:nvPr/>
        </p:nvCxnSpPr>
        <p:spPr>
          <a:xfrm>
            <a:off x="2859300" y="2463197"/>
            <a:ext cx="3425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4AF12FF-0E37-0DD0-D306-753E063C96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532"/>
          <a:stretch>
            <a:fillRect/>
          </a:stretch>
        </p:blipFill>
        <p:spPr>
          <a:xfrm>
            <a:off x="2859300" y="2649722"/>
            <a:ext cx="3425400" cy="2215361"/>
          </a:xfrm>
          <a:prstGeom prst="rect">
            <a:avLst/>
          </a:prstGeom>
          <a:effectLst>
            <a:softEdge rad="2921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PresentationFormat>On-screen Show (16:9)</PresentationFormat>
  <Paragraphs>47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Open Sans</vt:lpstr>
      <vt:lpstr>Aldrich</vt:lpstr>
      <vt:lpstr>Nunito Light</vt:lpstr>
      <vt:lpstr>Arial</vt:lpstr>
      <vt:lpstr>Saira</vt:lpstr>
      <vt:lpstr>Information Technology Project Proposal by Slidesgo</vt:lpstr>
      <vt:lpstr>Soluționarea problemei CVRP folosind Algoritmi Genetici</vt:lpstr>
      <vt:lpstr>Ce este CVRP?</vt:lpstr>
      <vt:lpstr>De ce algoritm genetic?</vt:lpstr>
      <vt:lpstr>Structura soluției și evaluare</vt:lpstr>
      <vt:lpstr>Operatorii genetici</vt:lpstr>
      <vt:lpstr>Rezultate și Concluzii</vt:lpstr>
      <vt:lpstr>Vă mulțumim pentru atenție!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Emma Anita Szigeti</cp:lastModifiedBy>
  <cp:revision>1</cp:revision>
  <dcterms:modified xsi:type="dcterms:W3CDTF">2025-12-08T22:39:31Z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2025-12-08T22:39:19Z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7a4c7ba6-8f86-44fd-8b32-c8fd3844541b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